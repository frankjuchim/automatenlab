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96b56285-5ba6-5c77-1876-d6d857ebaabf}">
          <p14:sldIdLst>
            <p14:sldId id="256"/>
          </p14:sldIdLst>
        </p14:section>
        <p14:section name="Einstieg" id="{8fba8893-3378-6980-0d95-ba822225c2ac}">
          <p14:sldIdLst>
            <p14:sldId id="257"/>
            <p14:sldId id="258"/>
            <p14:sldId id="259"/>
          </p14:sldIdLst>
        </p14:section>
        <p14:section name="Werkstatt" id="{a655e3d0-d666-c82a-ef66-7e4049526d4c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Sicherung" id="{f786fdec-7bf6-add0-79e4-848f565ed0e9}">
          <p14:sldIdLst>
            <p14:sldId id="269"/>
            <p14:sldId id="270"/>
            <p14:sldId id="271"/>
          </p14:sldIdLst>
        </p14:section>
        <p14:section name="Abschluss" id="{f3f570af-7440-9bb5-cc48-d1f01af4d997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4: Heute modelliert ihr echte Systeme – und prüft die Modelle der anderen. Wer Fehler findet, punktet.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Antworten sammeln: Testwörter decken nicht alles ab; Grenzfälle; fremde Augen finden mehr Fehler → Bug-Bounty. Vorher: HA-Challenges tauschen (5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Gruppen einteilen: Station A für starke Gruppen, B/C für schwächere, D–F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Gestufte Tipps: (1) Tipp der Karte, (2) Bedeutung der ersten zwei Zustände, (3) Musterlösung ohne Beschriftungen.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Challenges prüfen die Sprache und zeigen ein Gegenbeispiel – für A und E ideal zur Selbstkontrolle, bevor die Bug-Bounty beginnt.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Rotationsplan: Runde 1 jede Gruppe eine Station weiter (A→B …), Runde 2 drei Stationen weiter (A→D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Jeder Bug zählt nur einmal. Strittige Fälle entscheidet die Lehrkraft anhand der Stationskarte.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nach einigen Minuten Bug-Bounty einblenden, falls Gruppen keine Ideen haben.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der Präsentationen: B, C, F, D, E, A (vom Einfachen zum Schweren). Am Ende Punkte auszählen.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Zuerst die SuS-Beispiele aus den Protokollen sammeln; die Beispiele hier sind Vorschläge zum Aufdecken.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 · Welt A · Endliche Automaten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 · Welt A · Endliche Automaten · gA und eA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gA und eA  ·  Level 4  ·  Welt A: Endliche Automaten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Modellierungswerkstatt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 Systeme als DEA modellieren, testen und gegenseitig prüfen (Bug-Bounty)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Wie modelliere ich reale Systeme als DEA – und wie teste ich, dass mein Modell stimmt?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Willkommen in der Werkstatt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Euer Automat besteht alle Testwörter der Aufgabe. Ist er damit richtig?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Woran erkennt man ein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gutes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Modell – und wie findet man Fehler, die man selbst übersieht?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Sechs Stationen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108960"/>
                <a:gridCol w="530352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 der Modellierung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Niveau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PIN-Eingabe 42x00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{0, 2, 4} · Muster am Ende mit Platzhalter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XMail-Adresse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{a, P, @, X, B, x, S} · lange feste Kette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Smiley-Erkenner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{:, ;, -, ), (, D} · endliche Menge von Wörtern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Mann, Wolf, Ziege, Kohlkopf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{m, w, z, k} · Zustand = Ufer-Belegung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Trainerentlassung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{0, 1, 3} · Zählen mit Zurücksetzen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Fahrstuhl-Testprotokoll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= {h, r, o, s} · Paare (Etage, Tür)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Expertengruppen an die Arbeit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1: Modellieren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26314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6687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Expertengruppen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585716" y="1325880"/>
            <a:ext cx="2578608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164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88636" y="1325880"/>
            <a:ext cx="1984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Stationsheft, iPad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festlegen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jedes Zeichen erklären.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Erinnerungen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sammeln → Zustände mit Bedeutung.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 in 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auf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flaci.com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bauen.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Testprotokoll: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Testwörter der Karte + mindestens vier eigene Grenzfälle.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Plakat: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Σ, Graph, Bedeutungen, Hinweis zum Fehlerzustand.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Automaten-Baukasten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Sandbox: Baukasten im freien Modus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Automaten-Baukasten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Σ, Automat als Graph oder Tabelle, Wörter testen, Export als JSON/DOT. Selbstkontrolle für Station A und E: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#/baukasten?aufgabe=pin-42x00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#/baukasten?aufgabe=trainer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https://automatenlab.frankjuchim.de/#/baukasten?modus=frei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 Bug-Jagd</a:t>
            </a:r>
            <a:endParaRPr lang="en-US" sz="4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2: Bug-Bounty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73736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11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514600" y="1325880"/>
            <a:ext cx="163220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017520" y="1325880"/>
            <a:ext cx="10378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rotierend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375404" y="1325880"/>
            <a:ext cx="27889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78324" y="1325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Bug-Bounty-Protokoll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bleibt als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Verteidiger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eurer Station.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anderen besuchen in zwei Runden je eine fremde Station (Rotationsplan).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Testwörter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bei denen der Automat falsch entscheidet – Grenzfälle!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Verteidiger prüft und bestätigt – ihr tragt alles ins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Protokoll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Punkte und Rotation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Ereignis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Punkte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Bestätigter Bug (falsche Entscheidung bei einem Testwort)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 Finder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Formfehler (Hinweis fehlt, Nichtdeterminismus, Bedeutung fehlt)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Finder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Station ohne Bug nach beiden Runden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 Gastgeber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in Phase 3 repariert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Gastgeber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– Runde 1: A→B, B→C, C→D, D→E, E→F, F→A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– Runde 2: A→D, B→E, C→F, D→A, E→B, F→C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Profi-Tipps für Bug-Jäger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Grenzfälle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ε, ein einzelnes Zeichen, das kürzeste gültige Wort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Überlappung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A: </a:t>
            </a: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4242400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muss akzeptiert werden.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 viel am Ende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B: </a:t>
            </a: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aaPaa@XBPxxx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nach dem Ende darf nichts mehr kommen.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Verbotene Züge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D: </a:t>
            </a:r>
            <a:r>
              <a:rPr lang="en-US" sz="2000" dirty="0">
                <a:solidFill>
                  <a:srgbClr val="0A4A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wmz</a:t>
            </a: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Ziege und Kohl bleiben allein.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Reparieren und präsentieren</a:t>
            </a:r>
            <a:endParaRPr lang="en-US" sz="4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3: Reparieren und vorstellen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 → Plenum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1947672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1353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Plakat, iPad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Gefundene Bugs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reparieren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mit dem Bug-Wort erneut testen (10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Kurzpräsentation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 min): Σ, Graph, Bedeutung der Zustände.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schwierigster Testfall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und warum er schwierig war.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Fehlerkatalog</a:t>
            </a:r>
            <a:endParaRPr lang="en-US" sz="4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Typische Modellierungsfehler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566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Fehlertyp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Beispiel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Gegenmittel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Neuanfang vergessen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nach „424“ zurück nach S0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„Was passt am Ende?“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Unvollständig ohne Hinweis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B, C, D: Fehlerzustand fehlt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Hinweissatz notieren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Endzustand / ε falsch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F: leeres Protokoll abgelehnt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zuerst testen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Nichtdeterminismus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zwei „)“-Pfeile aus S1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Tabelle je Zustand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Doppelte Zustände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E: „nach 0“ und „nach 1“ getrennt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Bedeutung aufschreiben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Zeichen außerhalb Σ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Ziffern statt 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zuerst festlegen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Gut modelliert ist …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9814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ein Automat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 erklärtem Σ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Bedeutung für jeden Zustand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vollständig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oder mit dem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Hinweis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zum Fehlerzustand angegeben.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mit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Grenzfällen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getestet: ε, kurze Wörter, Überlappungen, Zeichen nach dem Ende.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von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geprüft – fremde Augen finden die meisten Bugs.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Reale Systeme als DEA modellieren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 systematisch testen und dokumentieren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in fremden Automaten mit Gegenbeispielen nachweisen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Typische Modellierungsfehler kennen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Station sauber dokumentieren: Σ mit Erklärung, vollständiger Graph bzw. Hinweis, Bedeutung jedes Zustands, Testprotokoll (Vorlage im Stationsheft).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Modellierungswerkstatt</dc:title>
  <dc:subject>PptxGenJS Presentation</dc:subject>
  <dc:creator>Frank Juchim</dc:creator>
  <cp:lastModifiedBy>Frank Juchim</cp:lastModifiedBy>
  <cp:revision>1</cp:revision>
  <dcterms:created xsi:type="dcterms:W3CDTF">2026-10-12T09:28:19Z</dcterms:created>
  <dcterms:modified xsi:type="dcterms:W3CDTF">2026-10-12T09:28:19Z</dcterms:modified>
</cp:coreProperties>
</file>