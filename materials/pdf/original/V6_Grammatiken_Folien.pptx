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„Bisher haben Automaten Wörter geprüft. Jetzt drehen wir den Spieß um: Eine Grammatik erzeugt Wörter – wie die Grammatik einer Programmiersprache.“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[0:20–1:20] Mini-Deutsch
„Großgeschriebene Platzhalter wie Subjekt werden ersetzt – das sind Nichtterminale. Die echten Wörter bleiben stehen – Terminale.“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[1:20–2:10] Die formale Schreibweise
„Im Abi gibst du immer alle vier Teile an.“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[2:10–3:05] Ableitung und Ableitungsbaum
„Der Baum zeigt dieselbe Ableitung – nur ohne Reihenfolge. Die Blätter von links nach rechts ergeben das Wort.“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[3:05–4:15] Live: Ableitungs-Rallye
Regeln anklicken, dabei laut „ich ersetze das linkeste Nichtterminal …“.
Bewusst einmal eine falsche Regel wählen und „Schritt zurück“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[4:15–4:55] Die Sprache beschreiben
„Genau 3 · 3 = 9 Wörter – eine endliche Sprache.“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[4:55–5:25] Jetzt du
„Mit Ableitung begründen – oder sagen, welche Regel fehlt.“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[5:25–5:50] Zusammenfassung
Ausblick: Zusammenhang Grammatik ↔ Automat.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6  ·  Grammatiken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6  ·  Grammatiken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6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Grammatiken: Wie man eine Sprache erzeugt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legt man mit wenigen Regeln fest, welche Wörter zu einer Sprache gehören?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Mini-Deutsch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Subjekt Prädikat Objekt Punkt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 → Artikel Nomen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→ Der | Die | Das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 → Hund | Schaf | Ziege | …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Prädikat → frisst | trinkt | …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 → Wasser | Möhren | …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→ 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wird ersetzt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bleibt stehen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hier beginnt es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→ …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Ableitung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 → Subjekt Prädikat Objekt Punkt)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Subjekt Prädikat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(Subjekt → Artikel Nomen)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Artikel Nomen Prädikat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(Artikel → Das)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Nomen Prädikat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(Nomen → Schaf)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Schaf Prädikat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(Prädikat → frisst)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Schaf frisst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(Objekt → Möhren)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Schaf frisst Möhren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(Punkt → .)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Schaf frisst Möhren 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dem Startsymbol beginnen.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Schritt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Regel anwenden.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Fertig, wenn nur noch Terminale dastehen.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Formal: G = (N, T, S, P)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{S, A, B}   (Nichtterminale)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{la, le, lu}   (Terminale)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Startsymbol: 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4251960"/>
            <a:ext cx="7863840" cy="2103120"/>
          </a:xfrm>
          <a:prstGeom prst="roundRect">
            <a:avLst>
              <a:gd name="adj" fmla="val 4348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4343400"/>
            <a:ext cx="7406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(Produktionsregeln):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laA  |  leA  |  luA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laB  |  leB  |  luB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lu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SO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„|“ heißt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laA | leA steht für S → laA und S → leA.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 und Ableitungsbaum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leA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lelaB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lelalu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Schritt: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Regel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fertig: nur noch Terminale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Ableitungsbaum</a:t>
            </a:r>
            <a:endParaRPr lang="en-US" sz="2200" dirty="0"/>
          </a:p>
        </p:txBody>
      </p:sp>
      <p:pic>
        <p:nvPicPr>
          <p:cNvPr id="6" name="Image 0" descr="/home/user/AutomatenLab/materials/build/img/ds11/baum_gl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2565" y="1874520"/>
            <a:ext cx="3147931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LESEN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Wurzel: Startsymbol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innen: Nichtterminale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Blätter von links nach rechts = Wort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Zielwort le la lu ableiten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das linkeste Nichtterminal ersetzen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es in 3 Schritten?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automatenlab.frankjuchim.de/#/rallye?aufgabe=1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Sprache beschreiben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Wörter ableiten: lalalu, lelalu, lulelu …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Silben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die letzte ist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{xy lu | x, y ∈ {la, le, lu}} – genau 9 Wörter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Zeigen Sie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dass w erzeugt wird → Ableitung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Beschreiben Sie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Sprache → Muster + Menge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Gehören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lalule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lulalu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zur Glal-Sprache?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7772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laA | leA | luA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laB | leB | luB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lu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lalule: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letzte Silbe kann nur lu sein (B → lu).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lulalu: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 ⇒ luA ⇒ lulaB ⇒ lulalu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G = (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T, Startsymbol, P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 mit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jeder Schritt eine Regel.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Ableitungsbaum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Blätter von links nach rechts = Wort.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= alle ableitbaren Wörter aus Terminalen.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7: Reguläre Grammatik und Automat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M08 – Grammatiken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Rallye: Mini-Deutsch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6 – Grammatiken: Wie man eine Sprache erzeugt</dc:title>
  <dc:subject>PptxGenJS Presentation</dc:subject>
  <dc:creator>Frank Juchim</dc:creator>
  <cp:lastModifiedBy>Frank Juchim</cp:lastModifiedBy>
  <cp:revision>1</cp:revision>
  <dcterms:created xsi:type="dcterms:W3CDTF">2026-10-14T16:08:34Z</dcterms:created>
  <dcterms:modified xsi:type="dcterms:W3CDTF">2026-10-14T16:08:34Z</dcterms:modified>
</cp:coreProperties>
</file>