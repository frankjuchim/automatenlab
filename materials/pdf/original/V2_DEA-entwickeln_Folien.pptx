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„Einen Automaten lesen ist das eine – einen selbst bauen das andere. Mit fünf Schritten klappt es fast immer.“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[0:20–0:50] Der Auftrag
Beispiele vorlesen; „ε gehört nicht dazu – das leere Wort endet nicht auf ab.“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[0:50–1:40] Schritt 1 und 2: Erinnerungen
„Muss ich mir das ganze Wort merken? Nein – nur, wie viel von ab gerade am Ende steht.“
Bedeutung jedes Zustands laut formulieren.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[1:40–2:50] Schritt 3 und 4: Übergänge, Start und Ende
Systematisch fragen: „Ich bin in S1, also zuletzt a. Jetzt kommt noch ein a – was weiß ich dann? Zuletzt a! Also bleibe ich in S1.“
„Aus S2 mit a: wieder ein möglicher Anfang → S1.“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[2:50–3:35] Schritt 5: Testen
„Viele schicken jedes unpassende Zeichen zurück nach S0. Testen wir aab …“
„Überlappungen sind die besten Testwörter.“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[3:35–4:50] Live im Baukasten
Zustände anlegen und Bedeutung sagen, Übergangstabelle füllen, Start/Endzustand setzen.
Bewusst erst den Fehler einbauen, mit aab testen, korrigieren.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[4:50–5:30] Bausteine für typische Sprachen
„Fast jede Abi-Sprache setzt sich aus diesen Bausteinen zusammen.“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[5:30–6:00] Jetzt du
„Welche Erinnerungen brauchst du? Tipp: Es sind wieder drei.“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[6:00–6:25] Zusammenfassung
Auf Baukasten Stufe 1 verweisen.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 ·  DEA entwickeln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 ·  DEA entwickeln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2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entwickeln in 5 Schritten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baue ich einen Automaten, der genau die richtigen Wörter akzeptiert – und keinen Fall übersieht?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Auftrag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einen DEA über Σ = {a, b}, der genau die Wörter akzeptiert, die auf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enden.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dazu: ab, aab, bab, abab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gehören nicht dazu: ε, ba, abb, aba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REZEPT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Erinnerungen sammeln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festlegen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Übergänge eintragen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und Ende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Testen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1 + 2: Was muss sich der Automat merken?</a:t>
            </a:r>
            <a:endParaRPr lang="en-US" sz="3200" dirty="0"/>
          </a:p>
        </p:txBody>
      </p:sp>
      <p:pic>
        <p:nvPicPr>
          <p:cNvPr id="3" name="Image 0" descr="/home/user/AutomatenLab/materials/build/img/video/eab_schrit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979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kein passender Anfang   · 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a   · 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ab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ich über das bisher Gelesene wissen?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wenig wie möglich!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3: zuerst der Hauptweg</a:t>
            </a:r>
            <a:endParaRPr lang="en-US" sz="3200" dirty="0"/>
          </a:p>
        </p:txBody>
      </p:sp>
      <p:pic>
        <p:nvPicPr>
          <p:cNvPr id="3" name="Image 0" descr="/home/user/AutomatenLab/materials/build/img/video/eab_schritt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985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HAUPTWEG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–a→ S1: jetzt „zuletzt a“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–b→ S2: jetzt „zuletzt ab“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3: jeder Zustand, jedes Zeichen</a:t>
            </a:r>
            <a:endParaRPr lang="en-US" sz="3200" dirty="0"/>
          </a:p>
        </p:txBody>
      </p:sp>
      <p:pic>
        <p:nvPicPr>
          <p:cNvPr id="3" name="Image 0" descr="/home/user/AutomatenLab/materials/build/img/video/eab_komple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9795"/>
            <a:ext cx="7863840" cy="3241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= „noch nichts gelesen“ = S0   ·   Endzustand = „zuletzt ab“ = S2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PFEIL FRAGEN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–b→ S0: b ist kein Anfang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–a→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das neue a ist wieder ein Anfang!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–a→ S1,  S2 –b→ S0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5: Testen – der häufigste Fehler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Falsch: Neuanfang vergessen</a:t>
            </a:r>
            <a:endParaRPr lang="en-US" sz="2100" dirty="0"/>
          </a:p>
        </p:txBody>
      </p:sp>
      <p:pic>
        <p:nvPicPr>
          <p:cNvPr id="4" name="Image 0" descr="/home/user/AutomatenLab/materials/build/img/video/eab_fals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2239" y="1325880"/>
            <a:ext cx="4594163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4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S0 –a→ S1 –a→ S0 –b→ S0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Richtig</a:t>
            </a:r>
            <a:endParaRPr lang="en-US" sz="2100" dirty="0"/>
          </a:p>
        </p:txBody>
      </p:sp>
      <p:pic>
        <p:nvPicPr>
          <p:cNvPr id="7" name="Image 1" descr="/home/user/AutomatenLab/materials/build/img/video/eab_komple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364" y="3840480"/>
            <a:ext cx="4547913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7091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aab: S0 –a→ S1 –a→ S1 –b→ S2 ⇒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TESTWÖRTER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und einzelne Zeichen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+ Gegenbeispiel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Überlappungen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aab, abab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 anlegen – Bedeutung nennen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Übergangstabelle ausfüllen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 und Endzustand setzen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 – auch mit aab!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automatenlab.frankjuchim.de/#/baukasten?aufgabe=endet-ab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für typische Sprachen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merkt sich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Anfang passt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beginnt mit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Muster passt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enthält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viel vom Muster am Ende steht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endet auf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Anzahl bis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genau zwei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Anzahl a durch 3 teilbar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Paar von Erinnerungen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gerade Anzahl a und endet auf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MERKBLATT M02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Bausteine mit Graph und Beispiel.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Entwickle einen DEA über Σ = {a, b} für alle Wörter, die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enthalten.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Erinnerungen braucht der Automat?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mit abba, bab, abbab.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pic>
        <p:nvPicPr>
          <p:cNvPr id="3" name="Image 0" descr="/home/user/AutomatenLab/materials/build/img/video/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83" y="1325880"/>
            <a:ext cx="7117553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862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kein b am Ende  · 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zuletzt ein b  · 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bb gefunden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✓   ·   bab ✗   ·   abbab ✓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Teilwort enthalten: gefunden bleibt gefunden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Zustände.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und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genau ein Pfeil.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Überlappungen (aab, abab).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Unpassendes Zeichen ≠ automatisch zurück nach S0.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3: Mealy-Automaten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M02 – DEA entwickeln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 Stufe 1 (Basis)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2 – DEA entwickeln in 5 Schritten</dc:title>
  <dc:subject>PptxGenJS Presentation</dc:subject>
  <dc:creator>Frank Juchim</dc:creator>
  <cp:lastModifiedBy>Frank Juchim</cp:lastModifiedBy>
  <cp:revision>1</cp:revision>
  <dcterms:created xsi:type="dcterms:W3CDTF">2026-10-14T12:22:24Z</dcterms:created>
  <dcterms:modified xsi:type="dcterms:W3CDTF">2026-10-14T12:22:24Z</dcterms:modified>
</cp:coreProperties>
</file>