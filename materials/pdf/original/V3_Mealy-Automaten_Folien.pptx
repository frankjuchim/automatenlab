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„Ein Fahrkartenautomat sagt nicht nur ‚ok‘ – er gibt ein Ticket und Rückgeld aus.“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[0:20–1:15] Der Kartoffelautomat
„Links vom Schrägstrich steht, was reinkommt, rechts, was rauskommt.“
„Es gibt keine Endzustände – das Ergebnis ist die Ausgabe.“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[1:15–2:25] Ein Lauf mit Ausgabe
„2 € – noch nichts zu tun, Ausgabe ε.“
„Jetzt sind es 5 €: Kartoffeln und 1 € zurück – Ausgabe K1.“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[2:25–3:05] DEA oder Mealy?
Zeile für Zeile vergleichen.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[3:05–4:20] Live: Was kommt raus?
Erst vorhersagen, dann prüfen lassen; bei Fehler den Lauf ansehen.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[4:20–5:00] Abi-Check
„Im Abi wird oft nach der Ausgabe gefragt – notiere den Lauf mit e / a.“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[5:00–5:30] Jetzt du
„Halte an und bestimme beide Ausgaben.“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[5:30–5:55] Zusammenfassung
Ausblick: Was können Automaten nicht?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3  ·  Mealy-Automaten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3  ·  Mealy-Automaten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3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Mealy-Automaten: Automaten, die antworten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wird aus einem Automaten, der nur „ja“ oder „nein“ sagt, eine Maschine mit Ausgabe?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Kartoffelautomat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{1, 2}  ·  Ω = {1, K}</a:t>
            </a:r>
            <a:endParaRPr lang="en-US" sz="1900" dirty="0"/>
          </a:p>
        </p:txBody>
      </p:sp>
      <p:pic>
        <p:nvPicPr>
          <p:cNvPr id="4" name="Image 0" descr="/home/user/AutomatenLab/materials/build/img/video/k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2965"/>
            <a:ext cx="7863840" cy="22921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692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Beschriftung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Eingabe / Ausgabe  ·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keine Ausgabe  ·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Sack Kartoffeln kostet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4 €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Münzen: 1 € und 2 €.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Kartoffeln,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1 € zurück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Zustände = bisher bezahlter Betrag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– neuer Kunde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 bezahlt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2 € bezahlt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3 € bezahlt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Zustand speichert, was für die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Ausgabe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wichtig ist.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Eingabe: 2 1 2</a:t>
            </a:r>
            <a:endParaRPr lang="en-US" sz="3200" dirty="0"/>
          </a:p>
        </p:txBody>
      </p:sp>
      <p:pic>
        <p:nvPicPr>
          <p:cNvPr id="3" name="Image 0" descr="/home/user/AutomatenLab/materials/build/img/video/kart_2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1: 2</a:t>
            </a:r>
            <a:endParaRPr lang="en-US" sz="3200" dirty="0"/>
          </a:p>
        </p:txBody>
      </p:sp>
      <p:pic>
        <p:nvPicPr>
          <p:cNvPr id="3" name="Image 0" descr="/home/user/AutomatenLab/materials/build/img/video/kart_21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2: 1</a:t>
            </a:r>
            <a:endParaRPr lang="en-US" sz="3200" dirty="0"/>
          </a:p>
        </p:txBody>
      </p:sp>
      <p:pic>
        <p:nvPicPr>
          <p:cNvPr id="3" name="Image 0" descr="/home/user/AutomatenLab/materials/build/img/video/kart_21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3: 2</a:t>
            </a:r>
            <a:endParaRPr lang="en-US" sz="3200" dirty="0"/>
          </a:p>
        </p:txBody>
      </p:sp>
      <p:pic>
        <p:nvPicPr>
          <p:cNvPr id="3" name="Image 0" descr="/home/user/AutomatenLab/materials/build/img/video/kart_21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Kartoffeln + 1 € zurück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oder Mealy-Automat?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(Akzeptor)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Mealy-Automat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entscheidet: gehört das Wort dazu?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übersetzt Eingabe in Ausgabe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Beschriftung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Zeichen, z. B.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/ a, z. B. 2 / 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und 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Endzustände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(Doppelkreis)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 / abgelehnt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Ausgabewort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vorhersagen – dann prüfen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Bug-Jagd: fehlerhafte Ausgaben finden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automatenlab.frankjuchim.de/#/mealy?aufgabe=2&amp;modus=vorhersage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Mealy-Automaten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Geben Sie die Ausgabe an: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mit e / a notieren, Ausgabe zusammensetzen.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Entwickeln Sie einen Mealy-Automaten: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 und Ω angeben,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für jedes Eingabezeichen ein Übergang.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Fehler: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Endzustand einzeichnen oder Ausgabe an den Zustand schreiben.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1212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–1/ε→ S1 –2/ε→ S3 –1/K→ S0 –2/ε→ S2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Ausgabe: </a:t>
            </a: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Ausgabe erzeugt der Kartoffelautomat?</a:t>
            </a:r>
            <a:endParaRPr lang="en-US" sz="2500" dirty="0"/>
          </a:p>
        </p:txBody>
      </p:sp>
      <p:pic>
        <p:nvPicPr>
          <p:cNvPr id="6" name="Image 1" descr="/home/user/AutomatenLab/materials/build/img/video/k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51" y="2560320"/>
            <a:ext cx="6588017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66344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1 1 1 1 1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2 2 2 2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11111: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–1/ε→ S1 –1/ε→ S2 –1/ε→ S3 –1/K→ S0 –1/ε→ S1 ⇒ Ausgabe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–2/ε→ S2 –2/K→ S0 –2/ε→ S2 –2/K→ S0 ⇒ Ausgabe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 = Automat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Ausgabe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jedem Übergang.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Beschriftung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ε = keine Ausgabe.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das Ergebnis ist das Ausgabewort.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= Erinnerung für die nächste Ausgabe.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4: Grenzen endlicher 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M04 – Mealy-Automaten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kommt raus? Aufgabe 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3 – Mealy-Automaten: Automaten, die antworten</dc:title>
  <dc:subject>PptxGenJS Presentation</dc:subject>
  <dc:creator>Frank Juchim</dc:creator>
  <cp:lastModifiedBy>Frank Juchim</cp:lastModifiedBy>
  <cp:revision>1</cp:revision>
  <dcterms:created xsi:type="dcterms:W3CDTF">2026-10-14T16:08:34Z</dcterms:created>
  <dcterms:modified xsi:type="dcterms:W3CDTF">2026-10-14T16:08:34Z</dcterms:modified>
</cp:coreProperties>
</file>