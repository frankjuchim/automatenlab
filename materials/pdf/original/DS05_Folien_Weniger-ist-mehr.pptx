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923effe-a522-b9f6-32b7-f6e5acfa4fa0}">
          <p14:sldIdLst>
            <p14:sldId id="256"/>
          </p14:sldIdLst>
        </p14:section>
        <p14:section name="Einstieg" id="{e418f3f7-6746-4127-980b-9530449756f3}">
          <p14:sldIdLst>
            <p14:sldId id="257"/>
            <p14:sldId id="258"/>
            <p14:sldId id="259"/>
            <p14:sldId id="260"/>
          </p14:sldIdLst>
        </p14:section>
        <p14:section name="Erarbeitung" id="{81a6b923-cd85-303c-02aa-9cb406ce854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cad74b8b-e0df-de56-fad4-03424ae6f4cc}">
          <p14:sldIdLst>
            <p14:sldId id="270"/>
            <p14:sldId id="271"/>
            <p14:sldId id="272"/>
          </p14:sldIdLst>
        </p14:section>
        <p14:section name="Sicherung" id="{c96f98a4-4191-ecc9-903c-ac86330266e6}">
          <p14:sldIdLst>
            <p14:sldId id="273"/>
            <p14:sldId id="274"/>
          </p14:sldIdLst>
        </p14:section>
        <p14:section name="Abschluss" id="{1e149d48-d5e6-a301-8835-29a095a7f2d8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5: Nach dem Entwickeln (Level 3–4) geht es jetzt ums Optimieren und Begründen. Im Abitur regelmäßig gefragt: Zustände zusammenfassen, Mindestzahl begründen.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sammeln: „besser“ = weniger Zustände bei gleicher Sprache (weniger Speicher, übersichtlicher). Dann die Automaten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mit Fehlerzustand gezeichnet, damit die Zustandszahl sichtbar ist. Frage: Was passiert von S3 und von S4 aus mit jedem weiteren Zeichen? → beide in F_err.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Kein Wort unterscheidet S3 und S4 → zusammenfassen. Dagegen S1 und S2: Wort -) führt von S1 aus nach S3 (✓), von S2 aus in den Fehlerzustand.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Merkblatt M03 mitlesen lassen. Betonen: Es geht um das Akzeptanzverhalten, nicht um die konkreten Folgezustände.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Wörter wurden mit dem Code (Breitensuche) bestimmt. SuS zuerst selbst suchen lassen, dann aufdecken.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Begründung, warum das funktioniert: Jede Markierung trägt ein unterscheidendes Wort (Zeichen + Wort des Folgepaares). Was nie markiert wird, kann kein Wort unterscheiden.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Unterscheidendes Wort ist jeweils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jedes freie Paar jedes Zeichen prüfen. In Runde 1 zählen nur Markierungen aus Runde 0 (Ergebnis wie in der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Unterscheidende Wörter rückwärts lesen: (S1, S2) über - und dann ) ⇒ Wort -).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minimale DEA ist bis auf die Namen der Zustände eindeutig (Satz von Myhill-Nerode, nur als Ausblick).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 2024 eA B c: „Begründen Sie, dass sich die Anzahl der Zustände … um mindestens 5 erhöht.“ Vorgehen: paarweise unterscheidbare Präfixe. Kontrolle: ε/: durch :), : und :- durch ), :) Endzustand, :: nie mehr akzeptierbar.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 3a nach ca. 20 Minuten: Begründungsmuster mit unterscheidendem 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Aufgaben: ?aufgabe=1 (Smiley), ?aufgabe=7 (Prüfnummern, Abi 2025), Spiel: ?modus=unterscheide.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Steht so auch im Merkblatt M03 (Abschnitt Abi-Check).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Welt A · Endliche Automaten · Zusatz (über das KC hinaus)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Welt A · Endliche Automaten · Zusatz (über das KC hinaus)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· Zusatz  ·  Level 5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Weniger ist mehr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Minimierung, Unterscheidbarkeit und die Mindestzahl von Zuständen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sind zwei Zustände „gleich“ – und wie viele Zustände braucht ein Automat mindestens?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Smiley-Erkenner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Automaten erkennen genau :-) und :) – einer mit sechs, einer mit fünf Zuständen. Welcher ist besser?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Und: Geht es vielleicht noch kleiner?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 und Team B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A: 6 Zustände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nach </a:t>
            </a:r>
            <a:r>
              <a:rPr lang="en-US" sz="18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:-)</a:t>
            </a: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S4 nach </a:t>
            </a:r>
            <a:r>
              <a:rPr lang="en-US" sz="18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:)</a:t>
            </a: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F_err = Fehlerzustand</a:t>
            </a:r>
            <a:endParaRPr lang="en-US" sz="1800" dirty="0"/>
          </a:p>
        </p:txBody>
      </p:sp>
      <p:pic>
        <p:nvPicPr>
          <p:cNvPr id="6" name="Image 0" descr="/home/user/AutomatenLab/materials/build/img/ds05/smile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41418"/>
            <a:ext cx="5318608" cy="24210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24448" y="13716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B: 5 Zustände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324448" y="18288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Smileys enden in S3</a:t>
            </a:r>
            <a:endParaRPr lang="en-US" sz="1800" dirty="0"/>
          </a:p>
        </p:txBody>
      </p:sp>
      <p:pic>
        <p:nvPicPr>
          <p:cNvPr id="9" name="Image 1" descr="/home/user/AutomatenLab/materials/build/img/ds05/smiley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2776364"/>
            <a:ext cx="5318608" cy="29511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sind zwei Zustände „gleich“?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von S3 und S4 aus: ε,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:-)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 – gibt es ein Wort, bei dem sie sich anders verhalten?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 oder äquivalent?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Unterscheidbarkeit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7377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6936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und q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ein Wort w von p aus in einen Endzustand führt, von q aus aber nicht (oder umgekehrt).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heißt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unterscheidendes Wort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kein solches Wort, sind p und q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zusammenfassen.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 und Nicht-Endzustand: immer unterscheidbar (Wort ε).</a:t>
            </a:r>
            <a:endParaRPr lang="en-US" sz="2200" dirty="0"/>
          </a:p>
        </p:txBody>
      </p:sp>
      <p:pic>
        <p:nvPicPr>
          <p:cNvPr id="6" name="Image 1" descr="/home/user/AutomatenLab/materials/build/img/ds05/smiley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689665"/>
            <a:ext cx="4754880" cy="21644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Unterscheidende Wörter im Smiley-Automaten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kürzestes unterscheidendes 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(S3, S0)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ist Endzustand, S0 nicht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(S0, S1)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–)→ S4 ✓   ·   S0 –)→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S2)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–-→ S2 –)→ S3 ✓   ·   S2 –-→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(S0, F_err)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–:→ S1 –)→ S4 ✓   ·   F_err bleibt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(S3, S4)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keins 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äquivalent: jedes Zeichen führt nach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Markierungsverfahren in vier Schritten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Tabelle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Zustandspaare in eine Dreieckstabelle (Automat vollständig, ggf. mit Fehlerzustand).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Runde 0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 alle Paare aus End- und Nicht-Endzustand.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Folgepaare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ein Zeichen ein freies Paar in ein markiertes Paar? Dann markieren. Wiederholen, bis sich nichts ändert.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Verschmelzen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Freie Paare sind äquivalent: Zustände zusammenfassen.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0: End- gegen Nicht-Endzustand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Endzustände: S3, S4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Paar mit genau einem Endzustand: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Paare markiert</a:t>
            </a:r>
            <a:endParaRPr lang="en-US" sz="2200" dirty="0"/>
          </a:p>
        </p:txBody>
      </p:sp>
      <p:pic>
        <p:nvPicPr>
          <p:cNvPr id="5" name="Image 0" descr="/home/user/AutomatenLab/materials/build/img/ds05/smiley_rund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1: Folgepaare prüfen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S1) mit „)“ → (S4,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S2), (S1, F_err), (S2, F_err) ebenso mit „)“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 S2) mit „)“ → (S3, S4):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frei</a:t>
            </a:r>
            <a:endParaRPr lang="en-US" sz="2200" dirty="0"/>
          </a:p>
        </p:txBody>
      </p:sp>
      <p:pic>
        <p:nvPicPr>
          <p:cNvPr id="5" name="Image 0" descr="/home/user/AutomatenLab/materials/build/img/ds05/smiley_run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2: weiter, bis nichts mehr passiert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 S2) mit „-“ → (S2,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F_err) mit „:“ → (S1,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3: keine neue Markierung ⇒ fertig</a:t>
            </a:r>
            <a:endParaRPr lang="en-US" sz="2200" dirty="0"/>
          </a:p>
        </p:txBody>
      </p:sp>
      <p:pic>
        <p:nvPicPr>
          <p:cNvPr id="5" name="Image 0" descr="/home/user/AutomatenLab/materials/build/img/ds05/smiley_run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S3 und S4 zusammenfassen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(S3, S4)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bleibt frei: S3 ≡ S4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einem Zustand verschmelzen; Pfeile nach S4 zeigen jetzt auf S3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Automat von Team B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2200" dirty="0"/>
          </a:p>
        </p:txBody>
      </p:sp>
      <p:pic>
        <p:nvPicPr>
          <p:cNvPr id="5" name="Image 0" descr="/home/user/AutomatenLab/materials/build/img/ds05/smiley_run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749040"/>
            <a:ext cx="2967504" cy="2468880"/>
          </a:xfrm>
          <a:prstGeom prst="rect">
            <a:avLst/>
          </a:prstGeom>
        </p:spPr>
      </p:pic>
      <p:pic>
        <p:nvPicPr>
          <p:cNvPr id="6" name="Image 1" descr="/home/user/AutomatenLab/materials/build/img/ds05/smiley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2074676"/>
            <a:ext cx="6035040" cy="33487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viele Zustände braucht man mindestens?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15665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Automat mit n Zuständen zeigt nur: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sind nötig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n: Finde n Eingaben,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paarweise unterscheidbar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muss der Automat nach ihnen in n verschiedenen Zuständen sein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Smiley: ε,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:)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 paarweise unterscheidbar ⇒ mindestens 5</a:t>
            </a:r>
            <a:endParaRPr lang="en-US" sz="2400" dirty="0"/>
          </a:p>
        </p:txBody>
      </p:sp>
      <p:pic>
        <p:nvPicPr>
          <p:cNvPr id="4" name="Image 0" descr="/home/user/AutomatenLab/materials/build/img/ds05/smiley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2526303"/>
            <a:ext cx="4572000" cy="2536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5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AB05, Merkblatt M03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unterscheidende Wörter und äquivalente Zustände.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Markierungsverfahren – kontrolliere in der App.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3 und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Abi-Transfer (Begründen, Zusammenfassen).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(Mindestzahl) und „Unterscheide!“.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Markierungsverfahren interaktiv: Felder antippen,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prüfen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Folgepaare ansehen. Im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Unterscheide!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findest du unterscheidende Wörter.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https://automatenlab.frankjuchim.de/#/minimierer?aufgabe=5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So begründest du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/ Frage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Antwortmuster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 Sie, dass sich der Automat nach u und v in verschiedenen Zuständen befinden muss.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 w angeben, für das uw akzeptiert und vw abgelehnt wird (beide Verarbeitungen kurz zeigen).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Untersuchen Sie, inwieweit Zustände zusammengefasst werden können.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Äquivalente Zustände nennen und begründen (Bedeutung oder Markierungsverfahren); für die übrigen Paare unterscheidende Wörter.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 Sie, dass mindestens n Zustände nötig sind.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paarweise unterscheidbare Eingaben angeben, je Paar ein unterscheidendes Wort.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 vs. äquivalent – unterscheidendes Wort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Markierungsverfahren mit der Dreieckstabelle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Äquivalente Zustände zusammenfassen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Mindestzahl mit paarweise unterscheidbaren Eingaben begründen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Minimierer, Aufgabe 3 (Barcode mit Ballast): erst im Heft mit Dreieckstabelle, dann in der App prüfen. Gutschein-Automat: begründen, dass er nach dem Zusammenfassen minimal ist.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Weniger ist mehr</dc:title>
  <dc:subject>PptxGenJS Presentation</dc:subject>
  <dc:creator>Frank Juchim</dc:creator>
  <cp:lastModifiedBy>Frank Juchim</cp:lastModifiedBy>
  <cp:revision>1</cp:revision>
  <dcterms:created xsi:type="dcterms:W3CDTF">2026-10-12T09:28:21Z</dcterms:created>
  <dcterms:modified xsi:type="dcterms:W3CDTF">2026-10-12T09:28:21Z</dcterms:modified>
</cp:coreProperties>
</file>