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[0:00–0:20] Einstieg
„Zwei Automaten erkennen dieselbe Sprache – einer braucht 5 Zustände, der andere 3. Welche sind überflüssig?“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[0:20–0:50] Ein Entwurf
„S3 und S4 sehen verdächtig ähnlich aus wie S1.“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[0:50–1:40] Unterscheidbar oder äquivalent?
„Wenn ein Wort aus einem Zustand akzeptiert wird und aus dem anderen nicht, kann man sie nicht zusammenlegen.“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[1:40–3:15] Das Markierungsverfahren
„Runde 0: Jeder Endzustand gegen jeden Nicht-Endzustand.“
„Ab Runde 1: Ein Paar wird markiert, wenn ein Zeichen in ein schon markiertes Paar führt.“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[3:15–3:45] Das Ergebnis
„Bedeutung des neuen Zustands: zuletzt ein a.“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[3:45–4:50] Live: Minimierer
Im Spiel ein trennendes Wort finden und laut begründen.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[4:50–5:30] So schreibst du es im Abi
Musterantworten vorlesen.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[5:30–5:55] Jetzt du
Kurze Pause, dann Auflösung.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[5:55–6:20] Zusammenfassung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1  ·  Minimierung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1  ·  Minimierung  ·  automatenlab.frankjuchim.de  ·  CC BY-SA 4.0 Frank Juchim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1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Minimierung: weniger Zustände, gleiche Sprache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findet man systematisch heraus, welche Zustände überflüssig sind?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Entwurf mit 5 Zuständen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b} · akzeptiert alle Wörter, die auf ab enden</a:t>
            </a:r>
            <a:endParaRPr lang="en-US" sz="1900" dirty="0"/>
          </a:p>
        </p:txBody>
      </p:sp>
      <p:pic>
        <p:nvPicPr>
          <p:cNvPr id="4" name="Image 0" descr="/home/user/AutomatenLab/materials/build/img/ds05/endet_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72888"/>
            <a:ext cx="7863840" cy="39466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Zustände „bedeuten“ dasselbe?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Unterscheidbar oder äquivalent?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Zustände sind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unterscheidbar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ein Wort w von einem in einen Endzustand und vom anderen in einen Nicht-Endzustand führt.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Sonst sind sie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äquivalent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⇒ zusammenfassen.</a:t>
            </a:r>
            <a:endParaRPr lang="en-US" sz="22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Schon w = ε trennt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Nicht-Endzustand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und S1 mit w = b: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–b→ S0 ✗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–b→ S2 ✓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Markierungsverfahren: Runde 0</a:t>
            </a:r>
            <a:endParaRPr lang="en-US" sz="3200" dirty="0"/>
          </a:p>
        </p:txBody>
      </p:sp>
      <p:pic>
        <p:nvPicPr>
          <p:cNvPr id="3" name="Image 0" descr="/home/user/AutomatenLab/materials/build/img/ds05/endet_ab_runde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513" y="1325880"/>
            <a:ext cx="6040094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0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Paare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 / Nicht-Endzustand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markieren: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(S0,S2), (S1,S2), (S2,S3), (S2,S4)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1</a:t>
            </a:r>
            <a:endParaRPr lang="en-US" sz="3200" dirty="0"/>
          </a:p>
        </p:txBody>
      </p:sp>
      <p:pic>
        <p:nvPicPr>
          <p:cNvPr id="3" name="Image 0" descr="/home/user/AutomatenLab/materials/build/img/ds05/endet_ab_rund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513" y="1325880"/>
            <a:ext cx="6040094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Markieren, wenn ein Zeichen in ein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markiertes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Paar führt.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(S0,S1): b → (S0,S2) ✓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(S0,S3), (S0,S4) ebenso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Runde 2: nichts Neues</a:t>
            </a:r>
            <a:endParaRPr lang="en-US" sz="3200" dirty="0"/>
          </a:p>
        </p:txBody>
      </p:sp>
      <p:pic>
        <p:nvPicPr>
          <p:cNvPr id="3" name="Image 0" descr="/home/user/AutomatenLab/materials/build/img/ds05/endet_ab_rund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513" y="1325880"/>
            <a:ext cx="6040094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(S1,S3): a → (S3,S3), b → (S2,S2)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neue Markierung ⇒ 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≡: äquivalent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Ergebnis: 3 Zustände</a:t>
            </a:r>
            <a:endParaRPr lang="en-US" sz="3200" dirty="0"/>
          </a:p>
        </p:txBody>
      </p:sp>
      <p:pic>
        <p:nvPicPr>
          <p:cNvPr id="3" name="Image 0" descr="/home/user/AutomatenLab/materials/build/img/ds05/endet_ab_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9253"/>
            <a:ext cx="7863840" cy="300245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ZUSAMMENGEFASST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S3, S4 → ein Zustand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Bedeutung: „zuletzt ein a“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Minimierer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Paare markieren – Runde für Runde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 „Unterscheide!“: trennendes Wort finden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automatenlab.frankjuchim.de/#/minimierer?aufgabe=5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Abi: so formulierst du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Untersuchen Sie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inwieweit Zustände zusammengefasst werden können.“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„S3 und S4 sind äquivalent: Beide sind keine Endzustände und wechseln mit a nach S3 und mit b nach S2.“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„S0 und S1 sind unterscheidbar: Mit b gelangt S1 in den Endzustand S2, S0 bleibt im Nicht-Endzustand S0.“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Sind S0 und S2 äquivalent? Begründe.</a:t>
            </a:r>
            <a:endParaRPr lang="en-US" sz="2500" dirty="0"/>
          </a:p>
        </p:txBody>
      </p:sp>
      <p:pic>
        <p:nvPicPr>
          <p:cNvPr id="6" name="Image 1" descr="/home/user/AutomatenLab/materials/build/img/ds05/endet_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215" y="2560320"/>
            <a:ext cx="6194690" cy="3108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Nein.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S2 ist Endzustand, S0 nicht.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Schon das leere Wort ε unterscheidet sie.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Unterscheidbar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ein Wort trennt Akzeptieren und Ablehnen.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0: Endzustand gegen Nicht-Endzustand.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Runden: Zeichen führt in markiertes Paar.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Unmarkierte Paare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3: Mealy-Automaten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M03 – Minimierung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Minimierer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Minimierer: gerade Anzahl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Extra 1 – Minimierung: weniger Zustände, gleiche Sprache</dc:title>
  <dc:subject>PptxGenJS Presentation</dc:subject>
  <dc:creator>Frank Juchim</dc:creator>
  <cp:lastModifiedBy>Frank Juchim</cp:lastModifiedBy>
  <cp:revision>1</cp:revision>
  <dcterms:created xsi:type="dcterms:W3CDTF">2026-10-14T16:08:35Z</dcterms:created>
  <dcterms:modified xsi:type="dcterms:W3CDTF">2026-10-14T16:08:35Z</dcterms:modified>
</cp:coreProperties>
</file>