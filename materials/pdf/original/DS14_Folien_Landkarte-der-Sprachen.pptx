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4ccb751f-6c3b-3c72-b0f9-9d355a9126a8}">
          <p14:sldIdLst>
            <p14:sldId id="256"/>
          </p14:sldIdLst>
        </p14:section>
        <p14:section name="Einstieg" id="{4e91cdc5-dfe2-38bc-86d5-6f214fa0385d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Erarbeitung" id="{16048960-9e35-4467-86e1-b0e78e7bff11}">
          <p14:sldIdLst>
            <p14:sldId id="263"/>
            <p14:sldId id="264"/>
            <p14:sldId id="265"/>
          </p14:sldIdLst>
        </p14:section>
        <p14:section name="Übung" id="{4af5f0d3-5284-7ef7-76c9-a9eba8c1dd40}">
          <p14:sldIdLst>
            <p14:sldId id="266"/>
            <p14:sldId id="267"/>
            <p14:sldId id="268"/>
            <p14:sldId id="269"/>
          </p14:sldIdLst>
        </p14:section>
        <p14:section name="Sicherung" id="{dc504023-acce-f973-a57b-476a0fc4bc68}">
          <p14:sldIdLst>
            <p14:sldId id="270"/>
            <p14:sldId id="271"/>
          </p14:sldIdLst>
        </p14:section>
        <p14:section name="Abschluss" id="{ae016662-846b-7390-deaa-b3e1ecabdc33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Letztes Level von Welt C. Heute: Überblick, Vernetzung, Abi-Training. Hausaufgabe: Boss-Level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Ca. 8 Minuten spielen, dann Auswertung. Strittige Karten an die 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aⁿbⁿ mit n ≤ 3: nur drei Wörter – endliche Sprachen sind immer regulär. aⁿbⁿcⁿ: Ein Keller kann nur einmal abgebaut werden; zwei Vergleiche gleichzeitig gehen nicht (Ausblick Level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Noam Chomsky (Linguist, 1956): Sprachklassen nach der Form der Grammatikregeln. Für uns entscheidend: Typ 3 und Typ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 1 (kontextsensitiv) und Typ 0 nur als Ausblick (Ergänzung über den Kern).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Typische Abi-Falle: Eine kontextfreie Grammatik ist gegeben, die Sprache ist aber regulär (Abi 2025 Nachschreibtermin B b, Abi 2023 eA 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Lehrkraft geht herum und fragt nach Beispielen: „Welche Sprache aus dem Unterricht passt hierhin?“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Musterlösung erst nach den Präsentationen zeigen. Fehlende Verbindungen der Gruppen ergänzen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 ca. 10 Minuten. Lösungskarten liegen umgedreht an den Stationen. Laufzettel: AB-Aufgabe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Kurz vor dem Zirkel vorstellen; während des Zirkels sichtbar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Wer früher fertig ist: Level-Quiz Welt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14 · Welt C · Formale Sprachen · nur eA (Leistungskurs)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85455" y="6473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 · Frank Juchim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14 · Welt C · Formale Sprachen · nur eA (Leistungskurs)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985455" y="64739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 BY-SA 4.0 · Frank Juchim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eA (Leistungskurs)  ·  Level 14  ·  Welt C: Formale Sprachen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Landkarte der Sprachen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Chomsky-Hierarchie, Begriffsnetz und Abi-Trainingszirkel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Maschine braucht man für welche Sprache – und wie hängt alles zusammen?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Chomsky-Sortierer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Chomsky-Sortierer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Chomsky-Sortierer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Sprachkarten, drei Fächer: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 reicht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Kellerautomat nötig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 nötig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Setze bei unsicheren Karten den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Begründungs-Joker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Notiere deine Begründung, bevor du einsortierst.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https://automatenlab.frankjuchim.de/#/sortierer?runde=1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Warum ist „aⁿbⁿ mit n ≤ 3“ regulär – aber aⁿbⁿ nicht?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 warum reicht für aⁿbⁿcⁿ nicht einmal ein Kellerautomat?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Landkarte der Sprachen</a:t>
            </a:r>
            <a:endParaRPr lang="en-US" sz="3200" dirty="0"/>
          </a:p>
        </p:txBody>
      </p:sp>
      <p:pic>
        <p:nvPicPr>
          <p:cNvPr id="3" name="Image 0" descr="/home/user/AutomatenLab/materials/build/img/ds14/chomsk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53513" y="1463040"/>
            <a:ext cx="5884670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3 ⊂ Typ 2 ⊂ Typ 1 ⊂ Typ 0 – jede reguläre Sprache ist auch kontextfrei.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Chomsky-Hierarchie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108960"/>
                <a:gridCol w="347472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Sprachklasse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Grammatik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regulär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rechtsregulär: A → aB | a | ε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 / NEA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kontextfrei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kontextfrei: A → w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Kellerautomat (NKA)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kontextsensitiv / rekursiv aufzählbar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allgemeinere Regeln (Ausblick)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beschränkter Automat / Turingmaschine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Möglichst speziell wählen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 eine Sprache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regulär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gib eine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rechtsreguläre Grammatik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bzw. einen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wenn sie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 regulär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ist (Schubfachprinzip!), brauchst du Kellerautomat bzw. kontextfreie Grammatik.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Einordnung immer nach der </a:t>
            </a: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nicht nach der zufällig gegebenen Grammatik (Hostnamen!).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Endliche</a:t>
            </a: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Sprachen sind immer regulär.</a:t>
            </a:r>
            <a:endParaRPr lang="en-US" sz="24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4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 Abitur: „Beurteilen Sie, ob ein DEA genügt …“ → über die Sprache argumentieren.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Begriffsnetz</a:t>
            </a:r>
            <a:endParaRPr lang="en-US" sz="4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Begriffsnetz in Gruppen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052828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45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Gruppen à 3–4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375404" y="1325880"/>
            <a:ext cx="2999232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78324" y="1325880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Karten-Set, A3, Kleber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Schneidet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Begriffs- und Verbindungskarten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aus.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Legt sie auf A3 und verbindet sie mit beschrifteten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Pfeilen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Verbindungen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jede Karte mindestens einmal.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Achtet auf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erzeugen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(Grammatik) vs.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(Automat).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 Gruppen präsentieren, dann Vergleich mit der Musterlösung.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Ein mögliches Begriffsnetz</a:t>
            </a:r>
            <a:endParaRPr lang="en-US" sz="3200" dirty="0"/>
          </a:p>
        </p:txBody>
      </p:sp>
      <p:pic>
        <p:nvPicPr>
          <p:cNvPr id="3" name="Image 0" descr="/home/user/AutomatenLab/materials/build/img/ds14/begriffsne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896"/>
            <a:ext cx="11094415" cy="457028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Teal: Sprachklassen · Ocker: Grammatik-Begriffe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Abi-Trainingszirkel</a:t>
            </a:r>
            <a:endParaRPr lang="en-US" sz="4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Vier Stationen im Abi-Format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512064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Schwerpunkt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Operatoren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untersuchen, beschreiben, begründen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Entwurf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entwickeln, zeigen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Begründung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begründen, angeben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Dokumentation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dokumentieren, erläutern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Operatoren-Check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Untersuchen: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ableiten oder Stelle benennen, an der keine Regel passt. </a:t>
            </a: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Beschreiben: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Struktur + Bedeutung der Nichtterminale.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Entwurf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Entwickeln: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erst überlegen, was man sich merken muss; Grammatik mit N, T, Startsymbol, Regeln; testen.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Begründung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Begründen: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Schubfachprinzip mit konkreten Wörtern; Einordnung über die Sprache.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448056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Dokumentation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Dokumentieren:</a:t>
            </a:r>
            <a:r>
              <a:rPr lang="en-US" sz="18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Kellertabelle im Abi-Format, erste Zeile S0 | # | – | –, Akzeptanz angeben.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Trainingszirkel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/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788920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AB14 (Stationen 1–4)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Startet an der Station auf eurem Tisch, dann im Uhrzeigersinn.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Bearbeitet die Aufgabe in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Sie-Form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wie im Abitur (ca. 10 min).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Kontrolliert mit der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Lösungskarte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 tragt eure BE ein.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markieren und in einem Satz notieren, was ihr beim nächsten Mal anders macht.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Level-Quiz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Welt C geschafft – fast!</a:t>
            </a:r>
            <a:endParaRPr lang="en-US" sz="4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Die Landkarte der Sprachen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52241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524225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3 regulär: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DEA/NEA ↔ rechtsreguläre Grammatik.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2 kontextfrei: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Kellerautomat ↔ kontextfreie Grammatik.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 1/0: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Turingmaschine (Ausblick Level 16).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Immer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speziellste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passende Maschine bzw. Grammatik wählen – entschieden wird über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Sprache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pic>
        <p:nvPicPr>
          <p:cNvPr id="6" name="Image 1" descr="/home/user/AutomatenLab/materials/build/img/ds14/chomsk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2170594"/>
            <a:ext cx="4206240" cy="32026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Boss-Level C wartet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Chomsky-Hierarchie und „möglichst speziell“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Begriffsnetz der Einheit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Abi-Training: Analyse, Entwurf, Begründung, Dokumentation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Boss-Level C „Die Lichtregie“ (ca. 70 min, 25 BE) – Hilfsmittel: Merkblätter M08–M10. Selbstkontrolle mit dem Erwartungshorizont in der nächsten Stunde.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Die Landkarte der Sprachen</dc:title>
  <dc:subject>PptxGenJS Presentation</dc:subject>
  <dc:creator>Frank Juchim</dc:creator>
  <cp:lastModifiedBy>Frank Juchim</cp:lastModifiedBy>
  <cp:revision>1</cp:revision>
  <dcterms:created xsi:type="dcterms:W3CDTF">2026-10-14T16:08:26Z</dcterms:created>
  <dcterms:modified xsi:type="dcterms:W3CDTF">2026-10-14T16:08:26Z</dcterms:modified>
</cp:coreProperties>
</file>