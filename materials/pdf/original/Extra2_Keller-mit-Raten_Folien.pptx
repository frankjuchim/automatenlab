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Einstieg
„abba liest sich vorwärts wie rückwärts. Ein Kellerautomat kann das prüfen – wenn er raten darf.“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[0:20–1:10] Mit Mittelzeichen
„Das c sagt dem Automaten: Ab hier rückwärts vergleichen.“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[1:10–2:10] Ohne Mitte: raten
„Die ε-Pfeile heißen: Ich rate, hier ist die Mitte.“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[2:10–3:10] Der richtige Lauf
„Geraten wird nach ab – danach passt alles.“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[3:10–4:15] Live: falsch und richtig raten
„Ein Fehlversuch heißt nicht ‚abgelehnt‘ – es reicht ein guter Lauf.“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[4:15–4:55] DKA oder NKA?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[4:55–5:25] Jetzt du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[5:25–5:50] Zusammenfassung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B57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2  ·  Keller mit Raten  ·  automatenlab.frankjuchim.de  ·  CC BY-SA 4.0 Frank Juchim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F1F7F6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AKZENT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2  ·  Keller mit Raten  ·  automatenlab.frankjuchim.de  ·  CC BY-SA 4.0 Frank Juchim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E4EEEC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DUNKEL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83D3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2  ·  Maschinen, die Sprache verstehen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Kellerautomat mit Raten: Palindrome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114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500" dirty="0"/>
          </a:p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prüft ein Kellerautomat, ob ein Wort vorwärts und rückwärts gleich ist – ohne zu wissen, wo die Mitte ist?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automatenlab.frankjuchim.de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56132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6132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857232" y="233172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2423160"/>
            <a:ext cx="777240" cy="77724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57232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122408" y="1389888"/>
            <a:ext cx="420624" cy="0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652760" y="1874520"/>
            <a:ext cx="256032" cy="47548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 Mittelzeichen: w c wᴿ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{a, b, c} · Γ = {#, A, B} · z. B. abcba, aabcbaa</a:t>
            </a:r>
            <a:endParaRPr lang="en-US" sz="1900" dirty="0"/>
          </a:p>
        </p:txBody>
      </p:sp>
      <p:pic>
        <p:nvPicPr>
          <p:cNvPr id="4" name="Image 0" descr="/home/user/AutomatenLab/materials/build/img/video/pal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27547"/>
            <a:ext cx="7863840" cy="27801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nicht eingezeichneten Übergänge führen in einen Fehlerzustand.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c: jedes Zeichen ablegen (a → A, b → B)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c: vergleichen und abbauen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# übrig ⇒ S2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Ohne Mittelzeichen: raten!</a:t>
            </a:r>
            <a:endParaRPr lang="en-US" sz="3200" dirty="0"/>
          </a:p>
        </p:txBody>
      </p:sp>
      <p:pic>
        <p:nvPicPr>
          <p:cNvPr id="3" name="Image 0" descr="/home/user/AutomatenLab/materials/build/img/video/pal_n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81727"/>
            <a:ext cx="7863840" cy="27801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53212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56235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Nichtdeterministisch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(NKA): akzeptiert, wenn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 ein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Lauf akzeptiert.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Ε-ÜBERGÄNGE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(#, ε) : #, (A, ε) : A, (B, ε) : B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„Ich rate: Hier ist die Mitte.“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akzeptierender Lauf für abba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331720"/>
                <a:gridCol w="201168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Belegung Kellerspeicher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oberstes Kellersymbol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verarbeitetes Eingabezeichen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C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66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akzeptiert: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geraten nach ab; Eingabe vollständig gelesen, Endzustand S2.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ε-Übergang = eigene Zeile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Abi: einen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akzeptierenden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Lauf angeben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im AutomatenLab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251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Keller-Labor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1325880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machen gleich: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früh raten: nach a → steckt fest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Richtig raten: nach ab → akzeptiert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guter Lauf genügt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automatenlab.frankjuchim.de/#/keller?automat=palindrom&amp;modus=sim&amp;wort=abba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DKA oder NKA?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DKA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 jeder Situation höchstens ein Übergang (w c w</a:t>
            </a:r>
            <a:r>
              <a:rPr lang="en-US" sz="22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Wahlmöglichkeiten, z. B. ε-Übergänge zum Raten (w w</a:t>
            </a:r>
            <a:r>
              <a:rPr lang="en-US" sz="22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w w</a:t>
            </a:r>
            <a:r>
              <a:rPr lang="en-US" sz="22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gibt es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deterministischen Kellerautomaten (ohne Beweis)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Akzeptanz: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Endzustand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nach vollständiger Eingabe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Pausiere jetzt!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258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Wird </a:t>
            </a: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abab</a:t>
            </a: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akzeptiert? Begründe.</a:t>
            </a:r>
            <a:endParaRPr lang="en-US" sz="2500" dirty="0"/>
          </a:p>
        </p:txBody>
      </p:sp>
      <p:pic>
        <p:nvPicPr>
          <p:cNvPr id="6" name="Image 1" descr="/home/user/AutomatenLab/materials/build/img/video/pal_nk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825" y="2560320"/>
            <a:ext cx="6207470" cy="21945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GEHT’S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anhalten,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Papier lösen,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weiter: Die Auflösung kommt sofort.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Auflösung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Nein.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abab ist kein Palindrom.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Egal, wo der Automat die Mitte rät: Kein Lauf liest das Wort vollständig und endet in S2.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gibt also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keinen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akzeptierenden Lauf.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nimmst du mit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772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ε-Übergänge erlauben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Raten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 akzeptiert, wenn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Lauf passt.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Tabelle: einen akzeptierenden Lauf zeigen.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 können mehr als DKA.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Nächstes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6: Grammatiken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Nachlesen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Merkblatt M07 – Kellerautomaten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50292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ÜBEN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1005840"/>
            <a:ext cx="2103120" cy="2103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91540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Keller-Labor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Tabellen-Trainer: w c wᴿ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Extra 2 – Kellerautomat mit Raten: Palindrome</dc:title>
  <dc:subject>PptxGenJS Presentation</dc:subject>
  <dc:creator>Frank Juchim</dc:creator>
  <cp:lastModifiedBy>Frank Juchim</cp:lastModifiedBy>
  <cp:revision>1</cp:revision>
  <dcterms:created xsi:type="dcterms:W3CDTF">2026-10-14T16:08:35Z</dcterms:created>
  <dcterms:modified xsi:type="dcterms:W3CDTF">2026-10-14T16:08:35Z</dcterms:modified>
</cp:coreProperties>
</file>