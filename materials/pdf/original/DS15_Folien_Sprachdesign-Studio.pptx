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6da1386d-a38c-9287-e04d-43ecce4988e6}">
          <p14:sldIdLst>
            <p14:sldId id="256"/>
          </p14:sldIdLst>
        </p14:section>
        <p14:section name="Einstieg" id="{dbe8fdb4-1b77-e206-d0f0-703523b62079}">
          <p14:sldIdLst>
            <p14:sldId id="257"/>
            <p14:sldId id="258"/>
            <p14:sldId id="259"/>
          </p14:sldIdLst>
        </p14:section>
        <p14:section name="Projekt" id="{999d597e-9aa5-d76a-7d92-3e166b8dc3b6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Übung" id="{249f7b63-34bc-f55d-3d6e-eca4ef0be1b0}">
          <p14:sldIdLst>
            <p14:sldId id="269"/>
            <p14:sldId id="270"/>
          </p14:sldIdLst>
        </p14:section>
        <p14:section name="Sicherung" id="{2ab3fcc9-b544-af25-25e8-d3d3e7951d44}">
          <p14:sldIdLst>
            <p14:sldId id="271"/>
          </p14:sldIdLst>
        </p14:section>
        <p14:section name="Abschluss" id="{0ea2607a-49f7-501b-ce5d-c56ba7f37b08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Einordnung: Welt D. Level 15 ist ein Mini-Projekt – die SuS wechseln von der Analyse zum Entwurf. Abgabe zu Beginn von Level 16, dort Aufgabenbörse.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Ideen sammeln: Schachnotation e4, Sf3; Tanzschritte; Drohnenbefehle. Überleitung: Heute entwerft ihr so eine Sprache selbst.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Themenliste mit Details steht auf AB15, Abschnitt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Eigene Ideen kurz mit der Lehrkraft absprechen (Alphabet endlich? Zugehörigkeit eindeutig?).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Jeder Baustein wird auf AB15 Abschnitt 2 genauer beschrieben. Notation wie im Abitur – Merkblätter nutzen. Rollen: Sprachchef/in, Grammatik-Profi, Automatenbauer/in, Aufgabensteller/in (AB15, Abschnitt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demonstrieren: Testwörter im Baukasten (freier Modus) oder in flaci. Bedeutung der Zustände formulieren lassen: S2 = „in der Luft“.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Übersetzungsrezept aus Level 12 (M09): Jeder Übergang Si –a→ Sj wird zur Regel, Übergänge in den Endzustand S3 zu Regeln „… → l“.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Mealy: keine Endzustände, ε bei v und d. Bezug zu Level 7 (Grenzen): unbeschränkte Höhe = unbeschränktes Zählen.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Kontextfrei ist anspruchsvoller (NKA + Abi-Tabelle) – für starke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Rotierend beraten. Nach 30 min Zwischenruf: „Drei Nicht-Wörter getestet?“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 flaci.com – dort Export als Bild für die Projektmappe.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Bewertungsraster auch auf AB15, Abschnitt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Musterbeispiel in der Handreichung (Drohnen-Sprache, 12 BE). Operatoren-Definitionen gemeinsam durchgehen.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Zur Sicherung die Checkliste im Team abhaken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15 · Welt D · Sprachdesign &amp; Ausblick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15 · Welt D · Sprachdesign &amp; Ausblick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15  ·  Welt D: Sprachdesign &amp; Ausblick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Sprachdesign-Studio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Mini-Projekt: eine eigene kleine Sprache mit Grammatik, Automat und Übersetzer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Kannst du eine eigene kleine Sprache entwerfen – mit Grammatik, Automat und Übersetzer?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haben Tanz, Drohne und Schach gemeinsam?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dieser Welten hat eine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Sprache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ein Alphabet, Regeln – und Wörter, die dazugehören oder nicht.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Themen zur Auswahl (1/2)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Tanzschritte-Code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Schritte l, r, v, z; Drehung d; Grundstellung g, Pose p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Drohnen-Steuerung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Start, Bewegungen, Landung – als Erweiterung des Beispiels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Emoji-Nachrichten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Smiley, Herz, ! und ? mit Regeln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Rezept-Sprache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Zutaten, dann Schritte: mischen, kochen, backen, warten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Themen zur Auswahl (2/2)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3913632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Lego-Bauanleitung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96661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Steine in Lagen, Unterbaugruppen in Klammern – kontextfrei!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1463040"/>
            <a:ext cx="3515258" cy="3913632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2538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Schach-Zugnotation light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383280"/>
            <a:ext cx="296661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 + Feld, optional x und +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8127797" y="1463040"/>
            <a:ext cx="3515258" cy="3913632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02117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Eigene Idee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383280"/>
            <a:ext cx="296661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Endliches Alphabet, klare Regeln, unendlich viele Wörter – nach Absprache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Projektauftrag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Lieferumfang: fünf Bausteine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Baustein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gehört dazu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Sprache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Zweck, Alphabet Σ, Regeln in Worten, 5 Beispielwörter, 3 Nicht-Wörter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Grammatik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= (N, T, S, P), Ableitung mit ⇒ vorführen, regulär oder kontextfrei begründen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Automat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 oder NKA zur Syntaxprüfung, in flaci / AutomatenLab getestet (Testprotokoll)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Mealy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Übersetzer für einen Teilaspekt: Σ, Ω, vollständiger Graph, Beispiel-Lauf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Abi-Aufgabe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Sie-Form, Operatoren, BE, Abbildung – mit Erwartungshorizont für die Aufgabenbörse in Level 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die Drohnen-Sprache – Regeln und DEA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{s, h, t, v, d, l} · beginnt mit s, endet mit l · nach s zuerst h (steigen) oder sofort l</a:t>
            </a:r>
            <a:endParaRPr lang="en-US" sz="1800" dirty="0"/>
          </a:p>
        </p:txBody>
      </p:sp>
      <p:pic>
        <p:nvPicPr>
          <p:cNvPr id="4" name="Image 0" descr="/home/user/AutomatenLab/materials/build/img/ds15/drohne_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2647"/>
            <a:ext cx="11094415" cy="30613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eingezeichnete Übergänge führen in einen Fehlerzustand. Beispiele: sl, shvdl, shhtl – keine Wörter: stvl, hvl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Grammatik zum DEA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{S, A, B}, T = {s, h, t, v, d, l}, Startsymbol S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sA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l | hB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hB | tB | vB | dB | l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⇒ sA ⇒ shB ⇒ shvB ⇒ shvdB ⇒ shvdl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Nichtterminal ↔ Zustand: S ↔ S0, A ↔ S1, B ↔ S2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Regeln A → aB | a: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Mealy-Übersetzer „Höhenanzeige“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{h, t, v, d}, Ω = {0, 1, 2, !} · Zustand = aktuelle Höhenstufe · am Anschlag Ausgabe „!“</a:t>
            </a:r>
            <a:endParaRPr lang="en-US" sz="1800" dirty="0"/>
          </a:p>
        </p:txBody>
      </p:sp>
      <p:pic>
        <p:nvPicPr>
          <p:cNvPr id="4" name="Image 0" descr="/home/user/AutomatenLab/materials/build/img/ds15/drohne_mea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223" y="1783080"/>
            <a:ext cx="10479250" cy="3611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hhvth → 1212 · thhhvtt → !12!10 · Ohne Höhenlimit wäre kein endlicher Automat möglich.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Regulär oder kontextfrei? Entscheidungshilfe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3913632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Regulär → DEA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96661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Reihenfolge-Regeln („erst …, dann …“)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festes Muster, beschränktes Zählen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Grammatik: A → aB | a | ε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38218" y="1463040"/>
            <a:ext cx="3515258" cy="3913632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2538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Kontextfrei → NKA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383280"/>
            <a:ext cx="296661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Klammern / Verschachtelung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Spiegelungen, „gleich viele“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 mit S → (S)S, S → aSb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27797" y="1463040"/>
            <a:ext cx="3515258" cy="3913632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02117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Beides prüfen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383280"/>
            <a:ext cx="296661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Grammatik-Tester: Regel-Check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Begründung immer über die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Regelform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Nicht-Wörter testen!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Arbeitsauftrag: Projektzeit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631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1668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 + 15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040380" y="1325880"/>
            <a:ext cx="184251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28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543300" y="1325880"/>
            <a:ext cx="1248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(3–4)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111496" y="1325880"/>
            <a:ext cx="3840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944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614416" y="13258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AB15, Merkblätter, flaci / AutomatenLab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 min: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Thema, Rollen, Σ und drei Regeln festlegen – Lehrkraft absegnen lassen.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10–30 min: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Sprachbeschreibung und Grammatik (Baustein 1 + 2).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30–55 min: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 bauen und mit allen Wörtern testen (Baustein 3).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55–70 min: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Mealy-Übersetzer (Baustein 4).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70–85 min: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Aufgabe für die Börse skizzieren (Vorlage AB15 S. 4).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Grammatik-Tester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Automaten-Baukasten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Baukasten (freier Modus):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DEA mit eigenem Σ bauen, Testwörter prüfen, exportieren.
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Grammatik-Tester: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Regel-Check, Klassifikation, Wörter erzeugen.
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Keller-Labor: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Vorlagen für Klammern und aⁿbⁿ.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https://automatenlab.frankjuchim.de/#/baukasten?modus=frei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wird bewertet (60 Punkte)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71323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Bereich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Darauf kommt es 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Punkte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Teamarbeit, Zeitplan, systematisches Testen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Beschreibung (4), Grammatik (8), Automat (8), Mealy (5)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Dokumentation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Abi-Notation, Vollständigkeit, Verständlichkeit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 für die Börse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Operatoren, AFB-Mix, BE, Erwartungshorizont, lösbar in 20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Aufgabenbörse</a:t>
            </a:r>
            <a:endParaRPr 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Aufgabe wie im Abitur schreiben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Sie-Form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aus der Operatorenliste (AB15): darstellen, erläutern, entwickeln, begründen …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 in 3–5 Sätzen, Material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Abbildung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(Σ angeben, Fehlerzustand-Hinweis!)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Teilaufgaben mit steigendem Anspruch: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AFB I → II → III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eckigen Klammern, insgesamt etwa 10–12 BE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Erwartungshorizont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 einem eigenen Blatt – mit Graph, Tabelle oder Ableitung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Kann ein anderes Team sie 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lösen?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Vom Entwurf zum Modell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9814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formale Sprache braucht ein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endliches Alphabet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eindeutige Regeln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Reguläre Sprachen ↔ DEA ↔ rechtsreguläre Grammatik; Verschachtelung ↔ NKA ↔ kontextfreie Grammatik.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↔ Nichtterminal: Automat und Grammatik passen zusammen (M09).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Beispiel-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Nicht-Wörtern deckt die meisten Fehler auf.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gewählt, Σ und Regeln festgelegt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Grammatik, Automat, Mealy begonnen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für die Börse skizziert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Projektmappe fertigstellen (Bausteine 1–5). Aufgabe und Erwartungshorizont auf getrennten Blättern zu Beginn von Level 16 abgeben.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Sprachdesign-Studio</dc:title>
  <dc:subject>PptxGenJS Presentation</dc:subject>
  <dc:creator>Frank Juchim</dc:creator>
  <cp:lastModifiedBy>Frank Juchim</cp:lastModifiedBy>
  <cp:revision>1</cp:revision>
  <dcterms:created xsi:type="dcterms:W3CDTF">2026-10-12T09:28:50Z</dcterms:created>
  <dcterms:modified xsi:type="dcterms:W3CDTF">2026-10-12T09:28:50Z</dcterms:modified>
</cp:coreProperties>
</file>