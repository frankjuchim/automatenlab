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a326c285-4ef6-7509-b5b7-3110ccc1df6d}">
          <p14:sldIdLst>
            <p14:sldId id="256"/>
          </p14:sldIdLst>
        </p14:section>
        <p14:section name="Einstieg" id="{ec34e04e-07bf-9e4b-26cb-1d56ced792cb}">
          <p14:sldIdLst>
            <p14:sldId id="257"/>
            <p14:sldId id="258"/>
            <p14:sldId id="259"/>
          </p14:sldIdLst>
        </p14:section>
        <p14:section name="Erarbeitung" id="{c17e6782-8ed2-d516-8da9-861fd1d4d308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Übung" id="{8a2c8eb3-3368-a127-1a78-127fc328cf92}">
          <p14:sldIdLst>
            <p14:sldId id="266"/>
            <p14:sldId id="267"/>
            <p14:sldId id="268"/>
            <p14:sldId id="269"/>
          </p14:sldIdLst>
        </p14:section>
        <p14:section name="Sicherung" id="{93fcf40c-8dd9-0c2f-fed2-17d50c9392f7}">
          <p14:sldIdLst>
            <p14:sldId id="270"/>
            <p14:sldId id="271"/>
            <p14:sldId id="272"/>
          </p14:sldIdLst>
        </p14:section>
        <p14:section name="Abschluss" id="{b4ff864f-afcf-caac-f1b1-115cdfac047a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6 schließt Welt A ab. Neu: Automaten mit Ausgabe. Am Ende: Boss-Level A als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Eingabefolgen vorschlagen: MH, HMH, MMH, MHMH, HH. Nachfragen: Was passiert bei MM? (Münze geschluckt – Automat merkt sich nur „Münze drin“.)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Wir brauchen Ausgaben an den Übergängen → Mealy-Automat (George H. Mealy, 1955).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 Rollenspiel-Protokoll vergleichen: Regelkarte = ausgehende Kanten. Ältere Materialien nutzen teils „N“ für keine Ausgabe – nach den Ergänzenden Hinweisen 2025 schreiben wir 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Ergänzende Hinweise 2025, Abschnitt Mealy-Automaten. Im Merkblatt M04 nachlesen.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Gemeinsam: Ausgabe für 212? Erst die SuS rechnen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1212 endet der Automat in S2: Die letzte Münze bleibt als Guthaben für die nächste Kundin (AB 1c).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Gemeinsamkeiten: endlich viele Zustände, Startzustand, deterministisch, kein weiterer Speicher. Abi 2024 Nachschreibtermin a: „Beschreiben Sie Gemeinsamkeiten und Unterschiede …“.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Zwischensicherung 2a nach ca. 15 Minuten.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Fehlerhafte Ausgaben: hdddh# → 1h3h1h#, ddhhh# → 2d3h. Angelehnt an Abi 2022 eA D b (Frog).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Weitere Routen: #/mealy?aufgabe=2&amp;modus=vorhersage (Kartoffel), #/mealy?aufgabe=5 (Palindrom).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Boss-Level A und Erwartungshorizont austeilen bzw. digital bereitstellen. Fragen zu Beginn von Level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6 · Welt A · Endliche Automaten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6 · Welt A · Endliche Automaten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gA und eA  ·  Level 6  ·  Welt A: Endliche Automaten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Automaten, die antworten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Mealy-Automaten: übersetzen statt nur prüfen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modelliert man Automaten, die nicht nur prüfen, sondern übersetzen und reagieren?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Süßigkeitenautomat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Rollenspiel: Der Süßigkeitenautomat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639312" y="1325880"/>
            <a:ext cx="3840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42232" y="13258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Zustands- und Regelkarte, Bonbons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ist 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Zustandskarte S0, Regelkarte, Bonbontüte.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Klasse bedient ihn: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(Münze einwerfen) oder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(Hebel ziehen).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Automat nennt laut seine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„Bonbon“ oder „nichts“.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der Tafel: Protokoll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 | Zustand | Ausgabe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würde ein DEA den Süßigkeitenautomaten modellieren – und was fehlt ihm?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DEA sagt erst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Ende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„akzeptiert“ oder „abgelehnt“. Der Süßigkeitenautomat muss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unterwegs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reagieren.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Mealy-Automaten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Süßigkeitenautomat als Mealy-Automat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080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Eingabealphabet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{M, H}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Ausgabealphabet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 = {B}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/ a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lies e, gib a aus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keine Ausgabe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Endzustände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nur Startzustand</a:t>
            </a:r>
            <a:endParaRPr lang="en-US" sz="2400" dirty="0"/>
          </a:p>
        </p:txBody>
      </p:sp>
      <p:pic>
        <p:nvPicPr>
          <p:cNvPr id="4" name="Image 0" descr="/home/user/AutomatenLab/materials/build/img/ds06/su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2777895"/>
            <a:ext cx="5120640" cy="203372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Notation (Abitur ab 2027)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522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242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Angabe: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Übergangsgraph.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Kantenbeschriftung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Eingabezeichen / Ausgabe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z. B.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/ 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Ausgabe darf ein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über Ω sein: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K1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Leere Ausgabe: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z. B.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/ ε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Mealy-Automaten haben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Endzustände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pic>
        <p:nvPicPr>
          <p:cNvPr id="6" name="Image 1" descr="/home/user/AutomatenLab/materials/build/img/ds06/su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2936618"/>
            <a:ext cx="4206240" cy="167056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Kartoffelautomat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{1, 2} (Münzen in €), Ω = {1, K}: K = Sack Kartoffeln, 1 = 1 € Rückgeld · Preis 4 €</a:t>
            </a:r>
            <a:endParaRPr lang="en-US" sz="1800" dirty="0"/>
          </a:p>
        </p:txBody>
      </p:sp>
      <p:pic>
        <p:nvPicPr>
          <p:cNvPr id="4" name="Image 0" descr="/home/user/AutomatenLab/materials/build/img/ds06/karto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12891"/>
            <a:ext cx="11094415" cy="290089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= bisher bezahlter Betrag (0 €, 1 €, 2 €, 3 €)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Verarbeitung darstellen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86384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Verarbeitung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Ausgabe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–2 / ε→ S2 –1 / ε→ S3 –2 / K1→ S0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–1 / ε→ S1 –2 / ε→ S3 –1 / K→ S0 –2 / ε→ 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–2 / ε→ S2 –2 / K→ S0 –2 / ε→ S2 –1 / ε→ S3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11111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–1 / ε→ S1 –1 / ε→ S2 –1 / ε→ S3 –1 / K→ S0 –1 / ε→ S1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 und Mealy-Automat im Vergleich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Merkmal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Mealy-Automat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Alphabete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Eingabealphabet Σ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Eingabealphabet Σ und Ausgabealphabet Ω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Kantenbeschriftung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Eingabezeichen, z. B. 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 / Ausgabe, z. B. a / AB oder a / ε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 einer Verarbeitung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„akzeptiert“ oder „abgelehnt“ – nach dem letzten Zeichen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 Ausgabewort, das Schritt für Schritt entsteht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Endzustände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 (Doppelkreis)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keine – nur ein Startzustand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Vollständigkeit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Fehlerzustand darf mit Hinweis fehlen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vollständiger Übergangsgraph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6</a:t>
            </a:r>
            <a:endParaRPr lang="en-US" sz="4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AB06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AB06, Merkblatt M04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(Basis): Kartoffelautomat analysieren, Vergleichstabelle.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Ziffernaddierer entwickeln.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Bug-Jagd im Kompressor – prüfe mit der App.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Palindrom-Generator.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Mealy-Maschine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Bug-Jagd: Wo steckt der Fehler?</a:t>
            </a:r>
            <a:endParaRPr lang="en-US" sz="3200" dirty="0"/>
          </a:p>
        </p:txBody>
      </p:sp>
      <p:pic>
        <p:nvPicPr>
          <p:cNvPr id="3" name="Image 0" descr="/home/user/AutomatenLab/materials/build/img/ds06/kompressor_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1811"/>
            <a:ext cx="11094415" cy="376301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# geht es aus jedem Zustand nach S0 (Ausgaben siehe AB, Tabelle). Teste hdddh# und ddhhh#.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Mealy-Maschine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Mealy-Maschine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Ein- und Ausgabeband Schritt für Schritt.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Bug-Jagd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falsche Kantenausgaben finden und reparieren. Weitere Modi: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kommt raus?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(vorhersage) und freie Simulation.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https://automatenlab.frankjuchim.de/#/mealy?aufgabe=4&amp;modus=bugjagd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Mealy-Automat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79089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451073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Mealy-Automat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übersetzt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Jeder Übergang liest ein Zeichen und gibt ein Wort über Ω aus (ggf. ε).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/ 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vollständiger Übergangsgraph,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Endzustände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Zustände sind wie beim DEA das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Gedächtnis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z. B. bisher bezahlter Betrag.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„Entscheidung“ steht auf der Kante: Ein Mealy-Automat braucht oft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weniger 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als ein vergleichbarer DEA.</a:t>
            </a:r>
            <a:endParaRPr lang="en-US" sz="2200" dirty="0"/>
          </a:p>
        </p:txBody>
      </p:sp>
      <p:pic>
        <p:nvPicPr>
          <p:cNvPr id="6" name="Image 1" descr="/home/user/AutomatenLab/materials/build/img/ds06/kartoff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295" y="3126353"/>
            <a:ext cx="4937760" cy="12910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Boss-Level A: Pixel-Ninja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Was?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Abi-artige Aufgabe, 25 BE: DEA analysieren und entwickeln, Zustände zusammenfassen, Mindestzahl begründen, Mealy.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2538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2538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Wie?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Hausaufgabe, ca. 60–75 Minuten, Hilfsmittel: Merkblätter M01–M04.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8127797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02117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2117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Kontrolle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Erwartungshorizont mit BE und Anforderungsbereichen – markiere deine Punkte und Schwachstellen.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Mealy-Automat: Σ, Ω, Kanten e / a, ε, keine Endzustände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Ausgaben bestimmen und Zustände im Sachzusammenhang erläutern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 und Mealy-Automat vergleichen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Mealy-Automaten entwickeln und korrigieren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Extra-Training: Boss-Level A „Pixel-Ninja“ bearbeiten (ca. 60–75 min) und mit dem Erwartungshorizont selbst kontrollieren. Offene Fragen notieren.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Automaten, die antworten</dc:title>
  <dc:subject>PptxGenJS Presentation</dc:subject>
  <dc:creator>Frank Juchim</dc:creator>
  <cp:lastModifiedBy>Frank Juchim</cp:lastModifiedBy>
  <cp:revision>1</cp:revision>
  <dcterms:created xsi:type="dcterms:W3CDTF">2026-10-12T09:28:25Z</dcterms:created>
  <dcterms:modified xsi:type="dcterms:W3CDTF">2026-10-12T09:28:25Z</dcterms:modified>
</cp:coreProperties>
</file>