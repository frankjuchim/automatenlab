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Einstieg
„Heute beweisen wir, dass es Sprachen gibt, die kein endlicher Automat erkennt – mit einem Argument aus der Sockenschublade.“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[0:20–1:00] Die Sprache aⁿbⁿ
„Der Automat müsste sich die Anzahl der a merken – und die kann beliebig groß werden.“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[1:00–1:55] Versuch: ein Zähler
„A2 heißt: mindestens zwei a – ab dem dritten a vergisst er mitzuzählen.“
„Mehr Zustände verschieben das Problem nur.“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[1:55–3:05] Live: Überliste den Automaten
„Zustand nach jedem Präfix zeigen“ an; „Ab aa bleibt er in A2 – zwei Präfixe, ein Zustand.“
Stufe 5: aaaaaaaaaaabbbbbbbbbb (11 a, 10 b) eingeben.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[3:05–4:25] Das Schubfachprinzip
„5 Socken in 4 Schubladen – mindestens eine Schublade hat zwei.“
Tabelle Zeile für Zeile; betonen: dieselbe Fortsetzung an beide Präfixe.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[4:25–5:10] So schreibst du es im Abi
„Bei ‚Entscheiden Sie begründet‘ mit wenigen BE reicht die Kurzform – aber immer mit Sachbezug.“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[5:10–5:35] Was geht – was nicht?
„Modulo und Obergrenzen sind kein Problem.“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[5:35–6:05] Jetzt du
„Kurz begründen: beschränkt oder unbeschränkt?“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[6:05–6:30] Zusammenfassung
„Was fehlt, ist Gedächtnis – das bekommt der Automat im nächsten Video.“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B574A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4  ·  Grenzen endlicher Automaten  ·  automatenlab.frankjuchim.de  ·  CC BY-SA 4.0 Frank Juchim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F1F7F6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AKZENT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4  ·  Grenzen endlicher Automaten  ·  automatenlab.frankjuchim.de  ·  CC BY-SA 4.0 Frank Juchim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E4EEEC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DUNKEL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83D3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Erklärvideo 4  ·  Maschinen, die Sprache verstehen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Grenzen: Was ein endlicher Automat nicht kann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7772400" cy="1463040"/>
          </a:xfrm>
          <a:prstGeom prst="roundRect">
            <a:avLst>
              <a:gd name="adj" fmla="val 75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11480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</a:t>
            </a:r>
            <a:endParaRPr lang="en-US" sz="1500" dirty="0"/>
          </a:p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Gibt es Sprachen, für die man </a:t>
            </a:r>
            <a:r>
              <a:rPr lang="en-US" sz="23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keinen</a:t>
            </a: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DEA bauen kann – egal wie viele Zustände er hat?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automatenlab.frankjuchim.de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56132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857232" y="233172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48672" y="2423160"/>
            <a:ext cx="777240" cy="77724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57232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0122408" y="1389888"/>
            <a:ext cx="420624" cy="0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652760" y="1874520"/>
            <a:ext cx="256032" cy="47548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Sprache aⁿbⁿ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{a</a:t>
            </a:r>
            <a:r>
              <a:rPr lang="en-US" sz="2400" baseline="30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en-US" sz="2400" baseline="30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n ≥ 1}: erst n-mal a, dann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genauso oft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gehören dazu: ab, aabb, aaabbb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gehören nicht dazu: aab, abab, ba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Steckt überall: Klammern, HTML-Tags, „gleich viele rein wie raus“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müsste sich ein Automat merken?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die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Anzahl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der a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Versuch: ein Zähler mit 5 Zuständen</a:t>
            </a:r>
            <a:endParaRPr lang="en-US" sz="3200" dirty="0"/>
          </a:p>
        </p:txBody>
      </p:sp>
      <p:pic>
        <p:nvPicPr>
          <p:cNvPr id="3" name="Image 0" descr="/home/user/AutomatenLab/materials/build/img/video/zaehler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20388"/>
            <a:ext cx="7863840" cy="180554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548640" y="4617720"/>
            <a:ext cx="7863840" cy="1280160"/>
          </a:xfrm>
          <a:prstGeom prst="roundRect">
            <a:avLst>
              <a:gd name="adj" fmla="val 7143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4709160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aaabb: S0 –a→ A1 –a→ A2 –a→ A2 –b→ B1 –b→ B0 ⇒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obwohl aaabb ∉ L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aaabbb: … B0 –b→ Fehlerzustand ⇒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abgelehnt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obwohl aaabbb ∈ L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ZÄHLT BIS 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A1, A2: ein a bzw. mindestens zwei 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B1: noch ein b nötig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B0: fertig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im AutomatenLab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108960" cy="420624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592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251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Überliste den Automaten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1325880"/>
            <a:ext cx="4389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machen gleich: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„Zustand nach jedem Präfix zeigen“ einschalten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aa, aaa … – wann bleibt der Zustand gleich?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Automaten mit einem Wort überlisten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 5: 21 Zustände – ein Wort genügt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automatenlab.frankjuchim.de/#/ueberliste?stufe=1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Schubfachprinzip</a:t>
            </a:r>
            <a:endParaRPr lang="en-US" sz="3200" dirty="0"/>
          </a:p>
        </p:txBody>
      </p:sp>
      <p:pic>
        <p:nvPicPr>
          <p:cNvPr id="3" name="Image 0" descr="/home/user/AutomatenLab/materials/build/img/ds07/schubf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3188"/>
            <a:ext cx="3771900" cy="315450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640580" y="1325880"/>
            <a:ext cx="37719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Socken, 4 Schubladen ⇒ eine Schublade hat zwei</a:t>
            </a:r>
            <a:endParaRPr lang="en-US" sz="2200" dirty="0"/>
          </a:p>
          <a:p>
            <a:pPr marL="279400" indent="-279400">
              <a:spcAft>
                <a:spcPts val="6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Zustände, aber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+ 1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Präfixe a, a</a:t>
            </a:r>
            <a:r>
              <a:rPr lang="en-US" sz="2200" baseline="30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…, a</a:t>
            </a:r>
            <a:r>
              <a:rPr lang="en-US" sz="2200" baseline="30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k+1</a:t>
            </a:r>
            <a:endParaRPr lang="en-US" sz="2200" dirty="0"/>
          </a:p>
          <a:p>
            <a:pPr marL="279400" indent="-279400">
              <a:spcAft>
                <a:spcPts val="6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zwei Präfixe a</a:t>
            </a:r>
            <a:r>
              <a:rPr lang="en-US" sz="2200" baseline="30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a</a:t>
            </a:r>
            <a:r>
              <a:rPr lang="en-US" sz="2200" baseline="30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 &lt; j) enden im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selben Zustand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Beweis in 5 Schritten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 du tust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für a</a:t>
                      </a:r>
                      <a:r>
                        <a:rPr lang="en-US" sz="2100" b="1" baseline="30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r>
                        <a:rPr lang="en-US" sz="2100" b="1" baseline="30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Annahme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 mit k Zuständen erkennt 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 A mit k Zuständen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Präfixe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+ 1 Präfixe wählen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a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…, a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k+1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Schubfach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zwei Präfixe im selben Zustand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und a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(i &lt; j)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Fortsetzung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beide dieselbe anhängen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und a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Widerspruch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eins in L, eins nicht – gleiche Antwort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∈ L, a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∉ 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Abi: Kurzform oder Langform?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Kurzform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37719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„Ein endlicher Automat hat nur endlich viele Zustände und kann sich nur endlich viele Werte merken. Er müsste sich die Anzahl der a merken, die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beliebig groß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werden kann. Also gibt es keinen DEA.“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4640580" y="1325880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Langform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640580" y="1874520"/>
            <a:ext cx="37719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„Begründen Sie, dass kein endlicher Automat …“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Schubfach-Argument: k Zustände, k + 1 Präfixe, gleiche Fortsetzung, Widerspruch.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Musterformulierung: M05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Sachzusammenhang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nennen: Was müsste unbeschränkt gezählt werden?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 möglich oder nicht?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931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 möglich (beschränkt)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Kein DEA (unbeschränkt)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Zählen bis zu einer festen Grenze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Zählen ohne Grenze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Zählen modulo k (gerade Anzahl 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zwei Anzahlen vergleichen (a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endliche Sprachen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Palindrome, Klammern beliebiger Tiefe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Pausiere jetzt!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3258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 möglich – ja oder nein?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560320"/>
            <a:ext cx="77724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Anzahl der a ist gerade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 viele a wie b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höchstens drei a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korrekt geklammerte Ausdrücke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GEHT’S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anhalten,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Papier lösen,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weiter: Die Auflösung kommt sofort.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Auflösung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gerade Anzahl a: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(modulo 2, zwei Zustände)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 viele a wie b: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(Differenz unbeschränkt)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höchstens drei a: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(Zählen bis 3, dann Fehlerzustand)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Klammern: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(Tiefe unbeschränkt)</a:t>
            </a:r>
            <a:endParaRPr lang="en-US" sz="2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nimmst du mit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772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DEA hat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 viele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Zustände = endlich viele Erinnerungen.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Unbeschränkt zählen oder vergleichen ⇒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DEA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Beweis: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Schubfachprinzip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 + 1 Präfixe, k Zustände).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Ausweg: mehr Gedächtnis →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Kellerautomat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Nächstes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5: Kellerautomaten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Nachlesen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Merkblatt M05 – Grenzen endlicher Automaten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78240" y="502920"/>
            <a:ext cx="3200400" cy="379476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78240" y="640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ÜBEN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1005840"/>
            <a:ext cx="2103120" cy="2103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915400" y="3200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Überliste den Automaten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 3: Der Klammer-Prüfer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Video 4 – Grenzen: Was ein endlicher Automat nicht kann</dc:title>
  <dc:subject>PptxGenJS Presentation</dc:subject>
  <dc:creator>Frank Juchim</dc:creator>
  <cp:lastModifiedBy>Frank Juchim</cp:lastModifiedBy>
  <cp:revision>1</cp:revision>
  <dcterms:created xsi:type="dcterms:W3CDTF">2026-10-14T16:08:34Z</dcterms:created>
  <dcterms:modified xsi:type="dcterms:W3CDTF">2026-10-14T16:08:34Z</dcterms:modified>
</cp:coreProperties>
</file>