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da02a423-91f0-4361-b742-a06dabb1667c}">
          <p14:sldIdLst>
            <p14:sldId id="256"/>
          </p14:sldIdLst>
        </p14:section>
        <p14:section name="Einstieg" id="{e956f625-8777-7259-be04-c12f4d77a978}">
          <p14:sldIdLst>
            <p14:sldId id="257"/>
            <p14:sldId id="258"/>
            <p14:sldId id="259"/>
            <p14:sldId id="260"/>
          </p14:sldIdLst>
        </p14:section>
        <p14:section name="Erarbeitung" id="{150d8746-1b8c-b478-81e7-2d21d72b8d75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Übung" id="{aa52f0e6-6a0b-c9c8-7aca-7bf5c5e350ac}">
          <p14:sldIdLst>
            <p14:sldId id="270"/>
            <p14:sldId id="271"/>
            <p14:sldId id="272"/>
          </p14:sldIdLst>
        </p14:section>
        <p14:section name="Sicherung" id="{20f55b19-9ccb-a887-2f84-03307dec75de}">
          <p14:sldIdLst>
            <p14:sldId id="273"/>
            <p14:sldId id="274"/>
          </p14:sldIdLst>
        </p14:section>
        <p14:section name="Abschluss" id="{dc3c1ff0-c525-9c4b-f5fd-073ad5df490a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5: Nach dem Entwickeln (Level 3–4) geht es jetzt ums Optimieren und Begründen. Im Abitur regelmäßig gefragt: Zustände zusammenfassen, Mindestzahl begründen.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sammeln: „besser“ = weniger Zustände bei gleicher Sprache (weniger Speicher, übersichtlicher). Dann die Automaten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mit Fehlerzustand gezeichnet, damit die Zustandszahl sichtbar ist. Frage: Was passiert von S3 und von S4 aus mit jedem weiteren Zeichen? → beide in F_err.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Kein Wort unterscheidet S3 und S4 → zusammenfassen. Dagegen S1 und S2: Wort -) führt von S1 aus nach S3 (✓), von S2 aus in den Fehlerzustand.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 Merkblatt M03 mitlesen lassen. Betonen: Es geht um das Akzeptanzverhalten, nicht um die konkreten Folgezustände.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Wörter wurden mit dem Code (Breitensuche) bestimmt. SuS zuerst selbst suchen lassen, dann aufdecken.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Begründung, warum das funktioniert: Jede Markierung trägt ein unterscheidendes Wort (Zeichen + Wort des Folgepaares). Was nie markiert wird, kann kein Wort unterscheiden.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Unterscheidendes Wort ist jeweils 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jedes freie Paar jedes Zeichen prüfen. In Runde 1 zählen nur Markierungen aus Runde 0 (Ergebnis wie in der 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Unterscheidende Wörter rückwärts lesen: (S1, S2) über - und dann ) ⇒ Wort -).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minimale DEA ist bis auf die Namen der Zustände eindeutig (Satz von Myhill-Nerode, nur als Ausblick).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Abi 2024 eA B c: „Begründen Sie, dass sich die Anzahl der Zustände … um mindestens 5 erhöht.“ Vorgehen: paarweise unterscheidbare Präfixe. Kontrolle: ε/: durch :), : und :- durch ), :) Endzustand, :: nie mehr akzeptierbar.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zu 3a nach ca. 20 Minuten: Begründungsmuster mit unterscheidendem Wort.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Weitere Aufgaben: ?aufgabe=1 (Smiley), ?aufgabe=7 (Prüfnummern, Abi 2025), Spiel: ?modus=unterscheide.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Steht so auch im Merkblatt M03 (Abschnitt Abi-Check).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Welt A · Endliche Automaten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5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Weniger ist mehr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Minimierung, Unterscheidbarkeit und die Mindestzahl von Zuständen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sind zwei Zustände „gleich“ – und wie viele Zustände braucht ein Automat mindestens?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Smiley-Erkenner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Automaten erkennen genau :-) und :) – einer mit sechs, einer mit fünf Zuständen. Welcher ist besser?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Und: Geht es vielleicht noch kleiner?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 und Team B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A: 6 Zustände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nach </a:t>
            </a:r>
            <a:r>
              <a:rPr lang="en-US" sz="18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:-)</a:t>
            </a: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S4 nach </a:t>
            </a:r>
            <a:r>
              <a:rPr lang="en-US" sz="18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:)</a:t>
            </a: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F_err = Fehlerzustand</a:t>
            </a:r>
            <a:endParaRPr lang="en-US" sz="1800" dirty="0"/>
          </a:p>
        </p:txBody>
      </p:sp>
      <p:pic>
        <p:nvPicPr>
          <p:cNvPr id="6" name="Image 0" descr="/home/claude/unit/build/img/ds05/smiley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41418"/>
            <a:ext cx="5318608" cy="24210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24448" y="137160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B: 5 Zustände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324448" y="182880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Smileys enden in S3</a:t>
            </a:r>
            <a:endParaRPr lang="en-US" sz="1800" dirty="0"/>
          </a:p>
        </p:txBody>
      </p:sp>
      <p:pic>
        <p:nvPicPr>
          <p:cNvPr id="9" name="Image 1" descr="/home/claude/unit/build/img/ds05/smiley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2776364"/>
            <a:ext cx="5318608" cy="29511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sind zwei Zustände „gleich“?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von S3 und S4 aus: ε,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:-)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 – gibt es ein Wort, bei dem sie sich anders verhalten?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Unterscheidbar oder äquivalent?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Unterscheidbarkeit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97377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46936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und q sind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unterscheidbar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ein Wort w von p aus in einen Endzustand führt, von q aus aber nicht (oder umgekehrt).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heißt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unterscheidendes Wort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kein solches Wort, sind p und q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äquivalent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zusammenfassen.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 und Nicht-Endzustand: immer unterscheidbar (Wort ε).</a:t>
            </a:r>
            <a:endParaRPr lang="en-US" sz="2200" dirty="0"/>
          </a:p>
        </p:txBody>
      </p:sp>
      <p:pic>
        <p:nvPicPr>
          <p:cNvPr id="6" name="Image 1" descr="/home/claude/unit/build/img/ds05/smiley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2689665"/>
            <a:ext cx="4754880" cy="21644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Unterscheidende Wörter im Smiley-Automaten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kürzestes unterscheidendes Wort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(S3, S0)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ist Endzustand, S0 nicht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(S0, S1)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–)→ S4 ✓   ·   S0 –)→ F_err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(S1, S2)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–-→ S2 –)→ S3 ✓   ·   S2 –-→ F_err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(S0, F_err)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–:→ S1 –)→ S4 ✓   ·   F_err bleibt F_err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(S3, S4)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keins 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äquivalent: jedes Zeichen führt nach F_err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Markierungsverfahren in vier Schritten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Tabelle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Zustandspaare in eine Dreieckstabelle (Automat vollständig, ggf. mit Fehlerzustand).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Runde 0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Markiere alle Paare aus End- und Nicht-Endzustand.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Folgepaare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Führt ein Zeichen ein freies Paar in ein markiertes Paar? Dann markieren. Wiederholen, bis sich nichts ändert.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Verschmelzen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Freie Paare sind äquivalent: Zustände zusammenfassen.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0: End- gegen Nicht-Endzustand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Endzustände: S3, S4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Paar mit genau einem Endzustand: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X₀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Paare markiert</a:t>
            </a:r>
            <a:endParaRPr lang="en-US" sz="2200" dirty="0"/>
          </a:p>
        </p:txBody>
      </p:sp>
      <p:pic>
        <p:nvPicPr>
          <p:cNvPr id="5" name="Image 0" descr="/home/claude/unit/build/img/ds05/smiley_rund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8" y="1463040"/>
            <a:ext cx="5318608" cy="44249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1: Folgepaare prüfen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 S1) mit „)“ → (S4, F_err): markiert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 S2), (S1, F_err), (S2, F_err) ebenso mit „)“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(S1, S2) mit „)“ → (S3, S4):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frei</a:t>
            </a:r>
            <a:endParaRPr lang="en-US" sz="2200" dirty="0"/>
          </a:p>
        </p:txBody>
      </p:sp>
      <p:pic>
        <p:nvPicPr>
          <p:cNvPr id="5" name="Image 0" descr="/home/claude/unit/build/img/ds05/smiley_run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8" y="1463040"/>
            <a:ext cx="5318608" cy="44249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2: weiter, bis nichts mehr passiert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(S1, S2) mit „-“ → (S2, F_err): markiert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 F_err) mit „:“ → (S1, F_err): markiert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3: keine neue Markierung ⇒ fertig</a:t>
            </a:r>
            <a:endParaRPr lang="en-US" sz="2200" dirty="0"/>
          </a:p>
        </p:txBody>
      </p:sp>
      <p:pic>
        <p:nvPicPr>
          <p:cNvPr id="5" name="Image 0" descr="/home/claude/unit/build/img/ds05/smiley_run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8" y="1463040"/>
            <a:ext cx="5318608" cy="44249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Ergebnis: S3 und S4 zusammenfassen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(S3, S4)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bleibt frei: S3 ≡ S4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einem Zustand verschmelzen; Pfeile nach S4 zeigen jetzt auf S3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Automat von Team B –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2200" dirty="0"/>
          </a:p>
        </p:txBody>
      </p:sp>
      <p:pic>
        <p:nvPicPr>
          <p:cNvPr id="5" name="Image 0" descr="/home/claude/unit/build/img/ds05/smiley_run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749040"/>
            <a:ext cx="2967504" cy="2468880"/>
          </a:xfrm>
          <a:prstGeom prst="rect">
            <a:avLst/>
          </a:prstGeom>
        </p:spPr>
      </p:pic>
      <p:pic>
        <p:nvPicPr>
          <p:cNvPr id="6" name="Image 1" descr="/home/claude/unit/build/img/ds05/smiley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15" y="2074676"/>
            <a:ext cx="6035040" cy="33487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viele Zustände braucht man mindestens?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15665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Automat mit n Zuständen zeigt nur: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sind nötig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n: Finde n Eingaben, die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paarweise unterscheidbar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sind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muss der Automat nach ihnen in n verschiedenen Zuständen sein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Smiley: ε, </a:t>
            </a:r>
            <a:r>
              <a:rPr lang="en-US" sz="24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:)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sind paarweise unterscheidbar ⇒ mindestens 5</a:t>
            </a:r>
            <a:endParaRPr lang="en-US" sz="2400" dirty="0"/>
          </a:p>
        </p:txBody>
      </p:sp>
      <p:pic>
        <p:nvPicPr>
          <p:cNvPr id="4" name="Image 0" descr="/home/claude/unit/build/img/ds05/smiley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2526303"/>
            <a:ext cx="4572000" cy="25369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5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AB05, Merkblatt M03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(Basis): unterscheidende Wörter und äquivalente Zustände.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Markierungsverfahren – kontrolliere in der App.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3 und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Abi-Transfer (Begründen, Zusammenfassen).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(Mindestzahl) und „Unterscheide!“.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Minimierer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Minimierer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Minimierer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Markierungsverfahren interaktiv: Felder antippen,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prüfen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Folgepaare ansehen. Im Modus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Unterscheide!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findest du unterscheidende Wörter.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https://automatenlab.frankjuchim.de/#/minimierer?aufgabe=5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Abi-Check: So begründest du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/ Frage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Antwortmuster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Begründen Sie, dass sich der Automat nach u und v in verschiedenen Zuständen befinden muss.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Wort w angeben, für das uw akzeptiert und vw abgelehnt wird (beide Verarbeitungen kurz zeigen).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Untersuchen Sie, inwieweit Zustände zusammengefasst werden können.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Äquivalente Zustände nennen und begründen (Bedeutung oder Markierungsverfahren); für die übrigen Paare unterscheidende Wörter.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Begründen Sie, dass mindestens n Zustände nötig sind.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paarweise unterscheidbare Eingaben angeben, je Paar ein unterscheidendes Wort.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Unterscheidbar vs. äquivalent – unterscheidendes Wort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Markierungsverfahren mit der Dreieckstabelle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Äquivalente Zustände zusammenfassen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Mindestzahl mit paarweise unterscheidbaren Eingaben begründen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Minimierer, Aufgabe 3 (Barcode mit Ballast): erst im Heft mit Dreieckstabelle, dann in der App prüfen. Gutschein-Automat: begründen, dass er nach dem Zusammenfassen minimal ist.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Weniger ist mehr</dc:title>
  <dc:subject>PptxGenJS Presentation</dc:subject>
  <dc:creator>Frank Juchim</dc:creator>
  <cp:lastModifiedBy>Frank Juchim</cp:lastModifiedBy>
  <cp:revision>1</cp:revision>
  <dcterms:created xsi:type="dcterms:W3CDTF">2026-10-03T21:39:53Z</dcterms:created>
  <dcterms:modified xsi:type="dcterms:W3CDTF">2026-10-03T21:39:53Z</dcterms:modified>
</cp:coreProperties>
</file>