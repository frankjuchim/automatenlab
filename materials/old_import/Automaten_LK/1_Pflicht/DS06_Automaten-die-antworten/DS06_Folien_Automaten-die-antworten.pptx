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4f7e3d0-d2c0-b081-b62e-d0161c77ad19}">
          <p14:sldIdLst>
            <p14:sldId id="256"/>
          </p14:sldIdLst>
        </p14:section>
        <p14:section name="Einstieg" id="{6bbeaa3d-d1fb-8074-de6c-4479daef3fdf}">
          <p14:sldIdLst>
            <p14:sldId id="257"/>
            <p14:sldId id="258"/>
            <p14:sldId id="259"/>
          </p14:sldIdLst>
        </p14:section>
        <p14:section name="Erarbeitung" id="{e329d0c6-7e9b-d2e6-bb84-e53133d2634a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Übung" id="{9f1f6058-dda2-0f91-e999-ae3c7f513991}">
          <p14:sldIdLst>
            <p14:sldId id="266"/>
            <p14:sldId id="267"/>
            <p14:sldId id="268"/>
            <p14:sldId id="269"/>
          </p14:sldIdLst>
        </p14:section>
        <p14:section name="Sicherung" id="{fe29cfb7-394c-8350-b0ed-9b868a7747c6}">
          <p14:sldIdLst>
            <p14:sldId id="270"/>
            <p14:sldId id="271"/>
            <p14:sldId id="272"/>
          </p14:sldIdLst>
        </p14:section>
        <p14:section name="Abschluss" id="{f946859c-5dcc-0b74-417f-148b0bb3b86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6 schließt Welt A ab. Neu: Automaten mit Ausgabe. Am Ende: Boss-Level A als Hausaufgabe.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Eingabefolgen vorschlagen: MH, HMH, MMH, MHMH, HH. Nachfragen: Was passiert bei MM? (Münze geschluckt – Automat merkt sich nur „Münze drin“.)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Wir brauchen Ausgaben an den Übergängen → Mealy-Automat (George H. Mealy, 1955).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Rollenspiel-Protokoll vergleichen: Regelkarte = ausgehende Kanten. Ältere Materialien nutzen teils „N“ für keine Ausgabe – nach den Ergänzenden Hinweisen 2025 schreiben wir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Ergänzende Hinweise 2025, Abschnitt Mealy-Automaten. Im Merkblatt M04 nachlesen.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Gemeinsam: Ausgabe für 212? Erst die SuS rechnen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1212 endet der Automat in S2: Die letzte Münze bleibt als Guthaben für die nächste Kundin (AB 1c).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Gemeinsamkeiten: endlich viele Zustände, Startzustand, deterministisch, kein weiterer Speicher. Abi 2024 Nachschreibtermin a: „Beschreiben Sie Gemeinsamkeiten und Unterschiede …“.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2a nach ca. 15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Fehlerhafte Ausgaben: hdddh# → 1h3h1h#, ddhhh# → 2d3h. Angelehnt an Abi 2022 eA D b (Frog).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Weitere Routen: #/mealy?aufgabe=2&amp;modus=vorhersage (Kartoffel), #/mealy?aufgabe=5 (Palindrom).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Boss-Level A und Erwartungshorizont austeilen bzw. digital bereitstellen. Fragen zu Beginn von Level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6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Automaten, die antworten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Mealy-Automaten: übersetzen statt nur prüfen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modelliert man Automaten, die nicht nur prüfen, sondern übersetzen und reagieren?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Süßigkeitenautomat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Rollenspiel: Der Süßigkeitenautomat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39312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42232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Zustands- und Regelkarte, Bonbons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ist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Zustandskarte S0, Regelkarte, Bonbontüte.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Klasse bedient ihn: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(Münze einwerfen)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(Hebel ziehen).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Automat nennt laut seine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„Bonbon“ oder „nichts“.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Tafel: Protokoll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| Zustand | Ausgabe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würde ein DEA den Süßigkeitenautomaten modellieren – und was fehlt ihm?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sagt erst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„akzeptiert“ oder „abgelehnt“. Der Süßigkeitenautomat muss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unterwegs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reagieren.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Mealy-Automaten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Süßigkeitenautomat als Mealy-Automat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6080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Eingabealphabet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{M, H}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Ausgabealphabet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{B}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lies e, gib a aus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keine Ausgabe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nur Startzustand</a:t>
            </a:r>
            <a:endParaRPr lang="en-US" sz="2400" dirty="0"/>
          </a:p>
        </p:txBody>
      </p:sp>
      <p:pic>
        <p:nvPicPr>
          <p:cNvPr id="4" name="Image 0" descr="/home/claude/unit/build/img/ds06/su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2777895"/>
            <a:ext cx="5120640" cy="20337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 (Abitur ab 2027)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22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242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Angabe: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Übergangsgraph.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Kantenbeschriftung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Eingabezeichen / Ausgabe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z. B.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Ausgabe darf 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über Ω sein: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K1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 Ausgabe: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z. B.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/ ε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 haben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pic>
        <p:nvPicPr>
          <p:cNvPr id="6" name="Image 1" descr="/home/claude/unit/build/img/ds06/su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36618"/>
            <a:ext cx="4206240" cy="16705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Kartoffelautomat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{1, 2} (Münzen in €), Ω = {1, K}: K = Sack Kartoffeln, 1 = 1 € Rückgeld · Preis 4 €</a:t>
            </a:r>
            <a:endParaRPr lang="en-US" sz="1800" dirty="0"/>
          </a:p>
        </p:txBody>
      </p:sp>
      <p:pic>
        <p:nvPicPr>
          <p:cNvPr id="4" name="Image 0" descr="/home/claude/unit/build/img/ds06/kartoff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2891"/>
            <a:ext cx="11094415" cy="29008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= bisher bezahlter Betrag (0 €, 1 €, 2 €, 3 €)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darstellen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8638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Verarbeitung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Ausgabe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–2 / ε→ S2 –1 / ε→ S3 –2 / K1→ S0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–1 / ε→ S1 –2 / ε→ S3 –1 / K→ S0 –2 / ε→ S2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–2 / ε→ S2 –2 / K→ S0 –2 / ε→ S2 –1 / ε→ S3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–1 / ε→ S1 –1 / ε→ S2 –1 / ε→ S3 –1 / K→ S0 –1 / ε→ S1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und Mealy-Automat im Vergleich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Merkmal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Mealy-Automat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Eingabealphabet 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Eingabealphabet Σ und Ausgabealphabet Ω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Kantenbeschriftung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Eingabezeichen, z. B. 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 / Ausgabe, z. B. a / AB oder a / 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 einer Verarbeitung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„akzeptiert“ oder „abgelehnt“ – nach dem letzten Zeichen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Ausgabewort, das Schritt für Schritt entsteht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Endzustände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(Doppelkreis)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 – nur ein Startzustand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Vollständigkeit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Fehlerzustand darf mit Hinweis fehlen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vollständiger Übergangsgraph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6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AB06, Merkblatt M04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Kartoffelautomat analysieren, Vergleichstabelle.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Ziffernaddierer entwickeln.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Bug-Jagd im Kompressor – prüfe mit der App.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Palindrom-Generator.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Mealy-Maschine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Bug-Jagd: Wo steckt der Fehler?</a:t>
            </a:r>
            <a:endParaRPr lang="en-US" sz="3200" dirty="0"/>
          </a:p>
        </p:txBody>
      </p:sp>
      <p:pic>
        <p:nvPicPr>
          <p:cNvPr id="3" name="Image 0" descr="/home/claude/unit/build/img/ds06/kompressor_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1811"/>
            <a:ext cx="11094415" cy="37630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# geht es aus jedem Zustand nach S0 (Ausgaben siehe AB, Tabelle). Teste hdddh# und ddhhh#.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 und Ausgabeband Schritt für Schritt.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Bug-Jagd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falsche Kantenausgaben finden und reparieren. Weitere Modi: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kommt raus?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(vorhersage) und freie Simulation.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https://automatenlab.frankjuchim.de/#/mealy?aufgabe=4&amp;modus=bugjagd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Mealy-Automat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9089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451073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Mealy-Automat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übersetzt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Jeder Übergang liest ein Zeichen und gibt ein Wort über Ω aus (ggf. ε).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vollständiger Übergangsgraph,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sind wie beim DEA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Gedächtnis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z. B. bisher bezahlter Betrag.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„Entscheidung“ steht auf der Kante: Ein Mealy-Automat braucht oft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ein vergleichbarer DEA.</a:t>
            </a:r>
            <a:endParaRPr lang="en-US" sz="2200" dirty="0"/>
          </a:p>
        </p:txBody>
      </p:sp>
      <p:pic>
        <p:nvPicPr>
          <p:cNvPr id="6" name="Image 1" descr="/home/claude/unit/build/img/ds06/kartoff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3126353"/>
            <a:ext cx="4937760" cy="12910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Boss-Level A: Pixel-Ninja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Was?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Abi-artige Aufgabe, 25 BE: DEA analysieren und entwickeln, Zustände zusammenfassen, Mindestzahl begründen, Mealy.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Wie?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Hausaufgabe, ca. 60–75 Minuten, Hilfsmittel: Merkblätter M01–M04.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Kontrolle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Erwartungshorizont mit BE und Anforderungsbereichen – markiere deine Punkte und Schwachstellen.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Mealy-Automat: Σ, Ω, Kanten e / a, ε, keine Endzustände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Ausgaben bestimmen und Zustände im Sachzusammenhang erläutern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und Mealy-Automat vergleichen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 entwickeln und korrigieren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Extra-Training: Boss-Level A „Pixel-Ninja“ bearbeiten (ca. 60–75 min) und mit dem Erwartungshorizont selbst kontrollieren. Offene Fragen notieren.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Automaten, die antworten</dc:title>
  <dc:subject>PptxGenJS Presentation</dc:subject>
  <dc:creator>Frank Juchim</dc:creator>
  <cp:lastModifiedBy>Frank Juchim</cp:lastModifiedBy>
  <cp:revision>1</cp:revision>
  <dcterms:created xsi:type="dcterms:W3CDTF">2026-10-03T21:39:59Z</dcterms:created>
  <dcterms:modified xsi:type="dcterms:W3CDTF">2026-10-03T21:39:59Z</dcterms:modified>
</cp:coreProperties>
</file>