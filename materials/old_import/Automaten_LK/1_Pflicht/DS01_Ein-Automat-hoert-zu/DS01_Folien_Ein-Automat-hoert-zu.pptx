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c24b2030-7d66-149a-66b5-879f6334eb49}">
          <p14:sldIdLst>
            <p14:sldId id="256"/>
          </p14:sldIdLst>
        </p14:section>
        <p14:section name="Einstieg" id="{5eb22a49-acf6-c9c4-9da2-93add87a7674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Erarbeitung" id="{88db4a25-c1b5-b3ac-0300-26d16af3747c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Übung" id="{0affba47-4caf-bfa1-1192-f9bdee435dda}">
          <p14:sldIdLst>
            <p14:sldId id="270"/>
            <p14:sldId id="271"/>
            <p14:sldId id="272"/>
          </p14:sldIdLst>
        </p14:section>
        <p14:section name="Sicherung" id="{9288d7de-9a32-463a-bbc9-ee6d3b96574b}">
          <p14:sldIdLst>
            <p14:sldId id="273"/>
            <p14:sldId id="274"/>
          </p14:sldIdLst>
        </p14:section>
        <p14:section name="Abschluss" id="{659da595-68c6-0922-e3ce-4526059ae7fe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Einordnung: Neues Halbjahresthema „Maschinen, die Sprache verstehen“. Pflichtweg aus 9 Leveln in 3 Welten, dazu Vertiefungs- und Bonus-Level; App AutomatenLab. Heute: Level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über die Einheit. Am Ende der Welten A–C gibt es ein Boss-Level (Abi-artige Aufgabe) als freiwilliges Extra-Training. Pflichtweg: Level 1, 2, 3, 6, 7, 9, 11, 12, 13; Vertiefung: 5, 10, 14; Bonus: 4, 8, 15,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Pflichtweg: 9 Doppelstunden (3 Wochen). Bei 4 Wochen kommen die drei Vertiefungs-Level als 4. Woche bzw. eingeschoben dazu. Bonus-Level und Boss-Level sind freiwillige Extra-Angebote (in der App als Bonus markiert).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Ideen sammeln. Zielaussage: Er merkt sich nur, wie viel vom Code bisher passt: nichts, „4“, „42“, „420“, „4200“. Genau das sind die Zustände.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Aufdecken nach der Ideensammlung. Fünf Zustände genügen – egal wie lang die Eingabe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Wortkarten: XLOLX, LOOL, LLOL, OLOXL, LOLOL, OOLXL, LXOL, LOL. Nachfrage: Was weiß S2? Was weiß S1?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Rollenspiel und Graph vergleichen: Person = Zustand, Regelkarte = ausgehende Pfeile.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Begriffe parallel im Merkblatt M01 markieren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Entscheidend ist der Zustand NACH dem letzten Zeichen. Im Abitur: „Stellen Sie die Verarbeitung … dar“.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 schlagen Zustände vor: bisher eingeworfener Betrag 0, 10, 20, 30,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Bedeutung der Zustände im Sachzusammenhang formulieren lassen: „S3: Es wurden bisher 30 ct eingeworfen.“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Ergänzende Hinweise 2025, Abschnitt 12: Endliche Automaten werden vollständig angegeben, wenn nicht anders vermerkt.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zu 2c (Bedeutung eines Zustands) nach ca. 20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Wettbewerb: Wer schafft die längste Serie? Bestwerte an der Tafel notieren.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Automat hört zu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in deterministische endliche Automaten (DEA)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kann eine Maschine erkennen, ob eine Eingabe „richtig“ ist – ohne sich alles zu merken?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 Reise durch das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 Automaten: prüfen, modellieren, minimieren, übersetzen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B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&amp; Keller: Was endliche Automaten nicht können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C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Sprachen: Grammatiken erzeugen Sprachen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Bonus-Welt D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Neugierige: Sprachdesign-Studio und die Turingmaschine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Weg durch das AutomatenLab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846320"/>
                <a:gridCol w="22860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Pflicht-Level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Vertiefung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&amp; Extra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Ein Automat hört zu · 2 Was macht dieser Automat? · 3 Bauplan gesucht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Weniger ist mehr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Modellierungswerkstatt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Automaten, die antworten · 7 Grenzen · 9 Kellerautomat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Keller-Profis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Raten erlaubt (NEA)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 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Sprache · 12 Grammatik trifft Automat · 13 Kontextfreie Grammatiken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Landkarte der Sprachen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Sprachdesign · 16 Turingmaschine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jederzeit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Merkblätter, App-Challenges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Boss-Level A–C, Übungsklausur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Zahlenschloss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Tresor öffnet sich, sobald die letzten vier Ziffern 4-2-0-0 lauten. Wie „weiß“ er das?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hat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Speicher für die bisher getippten Ziffern – nur eine Handvoll Zustände.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sich das Schloss merken?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nichts vom Code passt.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22387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96707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3096707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96134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0454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370454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„42“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69881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44201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644201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„420“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3628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17948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917948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„4200“ – Tür auf!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Rollenspiel: Der menschliche 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39312" y="1325880"/>
            <a:ext cx="289407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42232" y="1325880"/>
            <a:ext cx="2299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Regel- und Wortkarten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Freiwillige werden zu den Zuständen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S0, S1, S2, S3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erhalten Regelkarten.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bekommt eine Wortkarte und liest das erste Zeichen vor.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Karte wandert nach der Regel weiter – Zeichen für Zeichen.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am Ende die Karte hält, verkündet: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anderen protokollieren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Zustandsfolge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der Tafel.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Rollenspiel zum Zustandsgraphen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LOL-Erkenner als Zustandsgraph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Eingabealphabet Σ = {L, O, X}   (X steht für alle anderen Zeichen)</a:t>
            </a:r>
            <a:endParaRPr lang="en-US" sz="1800" dirty="0"/>
          </a:p>
        </p:txBody>
      </p:sp>
      <p:pic>
        <p:nvPicPr>
          <p:cNvPr id="4" name="Image 0" descr="/home/claude/unit/build/img/ds01/l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7544"/>
            <a:ext cx="11094415" cy="3511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 werden genau die Wörter, in denen LOL vorkommt.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Bausteine eines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9737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Eingabealphabet Σ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die Zeichen, die gelesen werden können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S0, S1, …: endlich viele, sie bilden das „Gedächtnis“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Startzustand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markiert mit dem Pfeil „Start“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Doppelkreis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Übergänge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Pfeile, beschriftet mit Zeichen aus Σ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Für jeden Zustand und jedes Zeichen gibt es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Folgezustand</a:t>
            </a:r>
            <a:endParaRPr lang="en-US" sz="2400" dirty="0"/>
          </a:p>
        </p:txBody>
      </p:sp>
      <p:pic>
        <p:nvPicPr>
          <p:cNvPr id="4" name="Image 0" descr="/home/claude/unit/build/img/ds01/l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175" y="3042255"/>
            <a:ext cx="4754880" cy="15050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darstellen: die Zustandsfolge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XLOLX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–X→ S0 –L→ S1 –O→ S2 –L→ S3 –X→ S3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 (S3 ist Endzustand)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–L→ S1 –O→ S2 –O→ S0 –L→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abgelehnt (S1 ist kein Endzustand)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Zweites Modell: der Kaffeeautomat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Kaffee kostet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 werden nur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10-ct- und 20-ct-Münzen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Σ = {10, 20}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Betrag muss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eingeworfen werden – sonst gibt es alle Münzen zurück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sich der Automat merken?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Kaffeeautomat: Zustand = bisher eingeworfener Betrag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{10, 20}</a:t>
            </a:r>
            <a:endParaRPr lang="en-US" sz="1800" dirty="0"/>
          </a:p>
        </p:txBody>
      </p:sp>
      <p:pic>
        <p:nvPicPr>
          <p:cNvPr id="4" name="Image 0" descr="/home/claude/unit/build/img/ds01/ka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59156"/>
            <a:ext cx="11094415" cy="22083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 – oder mit Hinweis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Hinweis (Abi-Konvention)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 weggelassen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Pflicht: Hinweis „Alle nicht eingezeichneten Übergänge führen in einen Fehlerzustand.“</a:t>
            </a:r>
            <a:endParaRPr lang="en-US" sz="2000" dirty="0"/>
          </a:p>
        </p:txBody>
      </p:sp>
      <p:pic>
        <p:nvPicPr>
          <p:cNvPr id="5" name="Image 0" descr="/home/claude/unit/build/img/ds01/ka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318608" cy="105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24448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Zustand hat für jedes Zeichen einen Übergang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Fehlerzustand: kein Endzustand, kommt nie wieder heraus</a:t>
            </a:r>
            <a:endParaRPr lang="en-US" sz="2000" dirty="0"/>
          </a:p>
        </p:txBody>
      </p:sp>
      <p:pic>
        <p:nvPicPr>
          <p:cNvPr id="8" name="Image 1" descr="/home/claude/unit/build/img/ds01/kaffee_komple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4160520"/>
            <a:ext cx="5318608" cy="11138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AB01, Merkblatt M01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 deine Zustandsfolgen mit deiner Nachbarin / deinem Nachbarn.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Profis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Ab in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Akzeptor-Arena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(Stufe 1, dann 2).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Akzeptor-Arena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ansehen, Wort lesen, entscheiden: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Du hast 60 Sekunden. Bei Fehlern zeigt „Zeig mir warum“ den Lauf Schritt für Schritt.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https://automatenlab.frankjuchim.de/#/arena?stufe=1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Deterministischer endlicher 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22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242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liest ein Wort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Zeichen für Zeichen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wechselt bei jedem Zeichen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Folgezustand.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 wird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der Automat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letzten Zeichen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einem Endzustand ist.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sind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Gedächtnis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Sie speichern nur das, was für die Entscheidung wichtig ist.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Abitur: Automat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Fehlerzustand mit Hinweis weglassen.</a:t>
            </a:r>
            <a:endParaRPr lang="en-US" sz="2200" dirty="0"/>
          </a:p>
        </p:txBody>
      </p:sp>
      <p:pic>
        <p:nvPicPr>
          <p:cNvPr id="6" name="Image 1" descr="/home/claude/unit/build/img/ds01/l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106223"/>
            <a:ext cx="4206240" cy="13313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Zustände, Übergänge, Start- und Endzustände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Verarbeitung als Zustandsfolge darstellen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eines Zustands im Sachzusammenhang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Vollständigkeit und Fehlerzustand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 drei Automaten aus deinem Alltag (Zustände und Eingaben). Zeichne für einen davon einen Zustandsgraphen.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Automat hört zu</dc:title>
  <dc:subject>PptxGenJS Presentation</dc:subject>
  <dc:creator>Frank Juchim</dc:creator>
  <cp:lastModifiedBy>Frank Juchim</cp:lastModifiedBy>
  <cp:revision>1</cp:revision>
  <dcterms:created xsi:type="dcterms:W3CDTF">2026-10-03T21:39:32Z</dcterms:created>
  <dcterms:modified xsi:type="dcterms:W3CDTF">2026-10-03T21:39:32Z</dcterms:modified>
</cp:coreProperties>
</file>