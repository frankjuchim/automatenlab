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[0:00–0:25] Einstieg
„Viele verlieren Punkte nicht, weil sie den Automaten nicht verstehen – sondern weil die Antwort unvollständig ist. Bei jedem Typ darfst du zuerst urteilen: A oder B?“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[0:25–1:00] Operatoren
„Erläutern heißt immer: mit Bezug zur Situation.“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[1:00–1:45] Typ 1: Verarbeitung darstellen
„A sagt nur das Ergebnis – darstellen verlangt den Lauf.“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[1:45–2:35] Typ 2: Bedeutung erläutern
„A nennt nur ein Beispielwort. B sagt, was der Zustand für die Situation bedeutet.“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[2:35–3:25] Typ 3: Grenzen begründen
„‚Zu wenige Zustände‘ ist keine Begründung – mehr Zustände würden ja helfen, oder? Nein: Es geht um unbeschränkt.“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[3:25–4:25] Typ 4: Kellertabelle
„Pausiere und finde drei Fehler.“
Auflösung Fehler für Fehler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[4:25–5:20] Typ 5: Grammatik oder Sprache?
„Eine bestimmte Grammatik ist nicht regulär – die Sprache kann trotzdem regulär sein, wenn es irgendeine reguläre Grammatik gibt.“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[5:20–5:50] Checkliste
„Diese fünf Fragen kosten 30 Sekunden und retten Punkte.“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[5:50–6:15] Zusammenfassung
Viel Erfolg wünschen; auf Übungsklausur verweisen.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9  ·  Abi-Check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9  ·  Abi-Check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9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Antworten, die volle Punkte bringen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in einer Antwort stehen, damit sie vollständig ist?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Operatoren – was wird verlangt?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 lieferst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nennen / angeben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Ergebnis, </a:t>
                      </a:r>
                      <a:r>
                        <a:rPr lang="en-US" sz="20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ohne</a:t>
                      </a: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Begründung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beschreiben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 Sachverhalt in eigenen Worten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darstellen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Lauf, Tabelle oder Graph – strukturiert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erläutern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Erklärung </a:t>
                      </a:r>
                      <a:r>
                        <a:rPr lang="en-US" sz="20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Sachzusammenhang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Argument mit „da …“ / „weil …“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entwickeln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eigene Lösung (Automat, Grammatik)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etwa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pro BE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1: Verarbeitung darstellen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„Stellen Sie die Verarbeitung des Wortes LOOL durch den LOL-Erkenner dar.“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LOOL wird abgelehnt, weil LOL im Wort nicht vorkommt.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–L→ S1 –O→ S2 –O→ S0 –L→ S1. Der Automat endet in S1; S1 ist kein Endzustand ⇒ LOOL wird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1: Verarbeitung darstellen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„Stellen Sie die Verarbeitung des Wortes LOOL durch den LOL-Erkenner dar.“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LOOL wird abgelehnt, weil LOL im Wort nicht vorkommt.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–L→ S1 –O→ S2 –O→ S0 –L→ S1. Der Automat endet in S1; S1 ist kein Endzustand ⇒ LOOL wird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2: Bedeutung eines Zustands erläutern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„Erläutern Sie die Bedeutung des Zustands S3 des Kaffeeautomaten (40 ct; Münzen 10 ct und 20 ct).“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S3 ist der Automat nach dem Lesen von 10 und 20.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Automat ist genau dann in S3, wenn bisher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30 ct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eingeworfen wurden (z. B. 10 + 20, 20 + 10 oder 10 + 10 + 10). Es fehlen noch 10 ct, daher ist S3 kein Endzustand.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2: Bedeutung eines Zustands erläutern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„Erläutern Sie die Bedeutung des Zustands S3 des Kaffeeautomaten (40 ct; Münzen 10 ct und 20 ct).“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S3 ist der Automat nach dem Lesen von 10 und 20.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Automat ist genau dann in S3, wenn bisher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30 ct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eingeworfen wurden (z. B. 10 + 20, 20 + 10 oder 10 + 10 + 10). Es fehlen noch 10 ct, daher ist S3 kein Endzustand.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3: Grenzen begründen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„Entscheiden Sie begründet, ob ein endlicher Automat prüfen kann, ob ein Ausdruck korrekt geklammert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Nein, weil der Automat dafür zu wenige Zustände hat.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Ein endlicher Automat hat nur endlich viele Zustände und kann sich nur endlich viele Werte merken. Er müsste sich die Anzahl der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offenen Klammern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merken, die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groß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kann. Ein Kellerautomat kann sie im Keller speichern.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3: Grenzen begründen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„Entscheiden Sie begründet, ob ein endlicher Automat prüfen kann, ob ein Ausdruck korrekt geklammert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Nein, weil der Automat dafür zu wenige Zustände hat.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Ein endlicher Automat hat nur endlich viele Zustände und kann sich nur endlich viele Werte merken. Er müsste sich die Anzahl der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offenen Klammern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merken, die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groß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kann. Ein Kellerautomat kann sie im Keller speichern.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4: Finde die drei Fehler (aabb)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„akzeptiert, da der Keller leer ist“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PAUSIERE JETZT!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 für a</a:t>
            </a:r>
            <a:r>
              <a:rPr lang="en-US" sz="18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8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 Video 5.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Fehler finden.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Auflösung: die richtige Tabelle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617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Oberstes Zeichen steht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A#, AA# …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ε-Übergang nach S2 fehlte – eigene Zeile.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Akzeptiert, da die Eingabe vollständig gelesen und der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S2 erreicht ist.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5: Grammatik oder Sprache?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 mit A → +xA | +yA | ε ist nicht regulär. Begründen Sie, dass L(G) trotzdem regulär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hat zwei Terminale vor dem Nichtterminal. Also ist die Grammatik nicht regulär und damit auch die Sprache nicht.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verletzt die Form A → aB. Die Sprache ist trotzdem regulär, denn diese reguläre Grammatik erzeugt sie: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+B | ε,  B → xA | yA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5: Grammatik oder Sprache?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 mit A → +xA | +yA | ε ist nicht regulär. Begründen Sie, dass L(G) trotzdem regulär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hat zwei Terminale vor dem Nichtterminal. Also ist die Grammatik nicht regulär und damit auch die Sprache nicht.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verletzt die Form A → aB. Die Sprache ist trotzdem regulär, denn diese reguläre Grammatik erzeugt sie: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+B | ε,  B → xA | yA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Checkliste vor der Abgabe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S0 …,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#, Σ, Γ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 zum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Pfeile fehlen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Begründung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(„da …“)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Sachzusammenhang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genannt (ct, Klammern, Spiele …)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T, Startsymbol, P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vollständig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MERKBLATT M12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Aufgabentypen mit Antwortmuster.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Darstellen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Lauf + Ergebnis + Begründung.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Erläutern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immer im Sachzusammenhang.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unbeschränkt gezählt werden müsste.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oberstes Zeichen links, ε-Zeile, Akzeptanzsatz.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Übungsklausur (Material der Einheit)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M12 – Abi-Spickzettel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Level-Quiz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 Welt 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9 – Abi-Check: Antworten, die volle Punkte bringen</dc:title>
  <dc:subject>PptxGenJS Presentation</dc:subject>
  <dc:creator>Frank Juchim</dc:creator>
  <cp:lastModifiedBy>Frank Juchim</cp:lastModifiedBy>
  <cp:revision>1</cp:revision>
  <dcterms:created xsi:type="dcterms:W3CDTF">2026-10-03T23:56:25Z</dcterms:created>
  <dcterms:modified xsi:type="dcterms:W3CDTF">2026-10-03T23:56:25Z</dcterms:modified>
</cp:coreProperties>
</file>